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08" r:id="rId4"/>
  </p:sldMasterIdLst>
  <p:notesMasterIdLst>
    <p:notesMasterId r:id="rId10"/>
  </p:notesMasterIdLst>
  <p:handoutMasterIdLst>
    <p:handoutMasterId r:id="rId11"/>
  </p:handoutMasterIdLst>
  <p:sldIdLst>
    <p:sldId id="320" r:id="rId5"/>
    <p:sldId id="428" r:id="rId6"/>
    <p:sldId id="429" r:id="rId7"/>
    <p:sldId id="430" r:id="rId8"/>
    <p:sldId id="431" r:id="rId9"/>
  </p:sldIdLst>
  <p:sldSz cx="12192000" cy="6858000"/>
  <p:notesSz cx="6858000" cy="9144000"/>
  <p:embeddedFontLst>
    <p:embeddedFont>
      <p:font typeface="MB Corpo A Title Cond Office" panose="020B0604020202020204" charset="0"/>
      <p:regular r:id="rId12"/>
    </p:embeddedFont>
    <p:embeddedFont>
      <p:font typeface="MB Corpo S Text Office" panose="020B0604020202020204" charset="0"/>
      <p:regular r:id="rId13"/>
      <p:bold r:id="rId14"/>
    </p:embeddedFont>
    <p:embeddedFont>
      <p:font typeface="MB Corpo S Text Office Light" panose="020B0604020202020204" charset="0"/>
      <p:regular r:id="rId15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er Slides" id="{F28D507C-ED28-4484-AE69-5D56CED4F186}">
          <p14:sldIdLst>
            <p14:sldId id="320"/>
            <p14:sldId id="428"/>
            <p14:sldId id="429"/>
            <p14:sldId id="430"/>
            <p14:sldId id="431"/>
          </p14:sldIdLst>
        </p14:section>
        <p14:section name="Master" id="{FDBF2910-AC5A-4594-96BF-D3A3AE78E3D7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C11554-3816-FA4C-BA32-CC080F67CA1E}" v="10" dt="2026-10-07T08:18:40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as Haber (Omnicom)" userId="87fc4d37-4643-474b-8d02-18560111c18f" providerId="ADAL" clId="{19ACB228-2EF9-503D-9D2D-B46F91B1153A}"/>
    <pc:docChg chg="custSel addSld delSld modSld modMainMaster modSection">
      <pc:chgData name="Matthias Haber (Omnicom)" userId="87fc4d37-4643-474b-8d02-18560111c18f" providerId="ADAL" clId="{19ACB228-2EF9-503D-9D2D-B46F91B1153A}" dt="2026-10-07T08:18:40.800" v="8" actId="478"/>
      <pc:docMkLst>
        <pc:docMk/>
      </pc:docMkLst>
      <pc:sldChg chg="new modAnim">
        <pc:chgData name="Matthias Haber (Omnicom)" userId="87fc4d37-4643-474b-8d02-18560111c18f" providerId="ADAL" clId="{19ACB228-2EF9-503D-9D2D-B46F91B1153A}" dt="2026-10-07T08:17:52.863" v="7"/>
        <pc:sldMkLst>
          <pc:docMk/>
          <pc:sldMk cId="1082951458" sldId="428"/>
        </pc:sldMkLst>
      </pc:sldChg>
      <pc:sldChg chg="new">
        <pc:chgData name="Matthias Haber (Omnicom)" userId="87fc4d37-4643-474b-8d02-18560111c18f" providerId="ADAL" clId="{19ACB228-2EF9-503D-9D2D-B46F91B1153A}" dt="2026-10-05T11:34:16.073" v="4" actId="680"/>
        <pc:sldMkLst>
          <pc:docMk/>
          <pc:sldMk cId="519517733" sldId="429"/>
        </pc:sldMkLst>
      </pc:sldChg>
      <pc:sldChg chg="new">
        <pc:chgData name="Matthias Haber (Omnicom)" userId="87fc4d37-4643-474b-8d02-18560111c18f" providerId="ADAL" clId="{19ACB228-2EF9-503D-9D2D-B46F91B1153A}" dt="2026-10-05T11:34:18.461" v="5" actId="680"/>
        <pc:sldMkLst>
          <pc:docMk/>
          <pc:sldMk cId="512078270" sldId="430"/>
        </pc:sldMkLst>
      </pc:sldChg>
      <pc:sldChg chg="new">
        <pc:chgData name="Matthias Haber (Omnicom)" userId="87fc4d37-4643-474b-8d02-18560111c18f" providerId="ADAL" clId="{19ACB228-2EF9-503D-9D2D-B46F91B1153A}" dt="2026-10-05T11:34:22.021" v="6" actId="680"/>
        <pc:sldMkLst>
          <pc:docMk/>
          <pc:sldMk cId="3205216859" sldId="431"/>
        </pc:sldMkLst>
      </pc:sldChg>
      <pc:sldMasterChg chg="modSldLayout">
        <pc:chgData name="Matthias Haber (Omnicom)" userId="87fc4d37-4643-474b-8d02-18560111c18f" providerId="ADAL" clId="{19ACB228-2EF9-503D-9D2D-B46F91B1153A}" dt="2026-10-07T08:18:40.800" v="8" actId="478"/>
        <pc:sldMasterMkLst>
          <pc:docMk/>
          <pc:sldMasterMk cId="1752398857" sldId="2147483708"/>
        </pc:sldMasterMkLst>
        <pc:sldLayoutChg chg="addSp delSp modSp mod delAnim modAnim">
          <pc:chgData name="Matthias Haber (Omnicom)" userId="87fc4d37-4643-474b-8d02-18560111c18f" providerId="ADAL" clId="{19ACB228-2EF9-503D-9D2D-B46F91B1153A}" dt="2026-10-07T08:18:40.800" v="8" actId="478"/>
          <pc:sldLayoutMkLst>
            <pc:docMk/>
            <pc:sldMasterMk cId="1752398857" sldId="2147483708"/>
            <pc:sldLayoutMk cId="2708374229" sldId="2147483715"/>
          </pc:sldLayoutMkLst>
          <pc:picChg chg="add del mod">
            <ac:chgData name="Matthias Haber (Omnicom)" userId="87fc4d37-4643-474b-8d02-18560111c18f" providerId="ADAL" clId="{19ACB228-2EF9-503D-9D2D-B46F91B1153A}" dt="2026-10-07T08:18:40.800" v="8" actId="478"/>
            <ac:picMkLst>
              <pc:docMk/>
              <pc:sldMasterMk cId="1752398857" sldId="2147483708"/>
              <pc:sldLayoutMk cId="2708374229" sldId="2147483715"/>
              <ac:picMk id="6" creationId="{C9512F2F-C81D-FADD-A8F9-AC3B8C8E71AB}"/>
            </ac:picMkLst>
          </pc:picChg>
        </pc:sldLayoutChg>
      </pc:sldMasterChg>
    </pc:docChg>
  </pc:docChgLst>
  <pc:docChgLst>
    <pc:chgData name="Rashul Syed (Omnicom)" userId="S::rashul.syed@omc.com::b065a09c-154e-43e2-9ed6-cca82b3f2113" providerId="AD" clId="Web-{00000000-0000-0000-0000-000000000000}"/>
    <pc:docChg chg="addSld delSld modSection">
      <pc:chgData name="Rashul Syed (Omnicom)" userId="S::rashul.syed@omc.com::b065a09c-154e-43e2-9ed6-cca82b3f2113" providerId="AD" clId="Web-{00000000-0000-0000-0000-000000000000}" dt="2026-10-05T11:38:20.546" v="1"/>
      <pc:docMkLst>
        <pc:docMk/>
      </pc:docMkLst>
      <pc:sldChg chg="new del">
        <pc:chgData name="Rashul Syed (Omnicom)" userId="S::rashul.syed@omc.com::b065a09c-154e-43e2-9ed6-cca82b3f2113" providerId="AD" clId="Web-{00000000-0000-0000-0000-000000000000}" dt="2026-10-05T11:38:20.546" v="1"/>
        <pc:sldMkLst>
          <pc:docMk/>
          <pc:sldMk cId="2414309063" sldId="43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49BA9B17-0B58-694A-9EB2-0972094EE3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-11073" y="8136396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A391B8-6139-3A53-7223-00EEFDC80F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73540" y="8136396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C2089-0856-4559-9681-CC49AFF084B3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F187E4-ECCB-BE5B-92C8-71852AE7DD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02E058-ED17-6BFB-4023-E94E8FBD34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AB7C4-D87C-4726-8447-DA691088A8B2}" type="slidenum">
              <a:rPr lang="de-DE" smtClean="0"/>
              <a:t>‹#›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8909FB0-7E10-56A0-25BC-573B3A23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881312" y="249851"/>
            <a:ext cx="1095376" cy="1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787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811371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811371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6AABA-A5FB-4E9C-86D0-74A32AA08C19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CB963-BF30-4F0E-A88E-08AB77B31FC5}" type="slidenum">
              <a:rPr lang="de-DE" smtClean="0"/>
              <a:t>‹#›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AE86D2F-4ECA-7B7C-D87D-C107A8FA6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881312" y="249851"/>
            <a:ext cx="1095376" cy="1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70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88900" indent="-8890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176213" indent="-87313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265113" indent="-8890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360363" indent="-952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449263" indent="-8890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V_All sizes in the table if the crop visuals can be inserted prope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841258"/>
            <a:ext cx="4357688" cy="701684"/>
          </a:xfrm>
        </p:spPr>
        <p:txBody>
          <a:bodyPr anchor="ctr" anchorCtr="0"/>
          <a:lstStyle>
            <a:lvl1pPr>
              <a:defRPr sz="2400"/>
            </a:lvl1pPr>
          </a:lstStyle>
          <a:p>
            <a:r>
              <a:rPr lang="en-US" noProof="0"/>
              <a:t>[Instrument] | [#KV]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F561120-86DD-DA94-AB96-BE4F32E190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13137" y="765166"/>
            <a:ext cx="5328000" cy="532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[RGB and 1:1]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[CAR MODEL] [MOTORIZATION]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7AEEFE62-E441-321C-0368-8D32184691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Push to Selected Channel: [Push to Selected Channel]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1C631455-0FF5-E47C-AFEF-B194B861357F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550862" y="3014117"/>
            <a:ext cx="4752975" cy="196215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5BD996-276C-92FF-18BE-459672C77BFA}"/>
              </a:ext>
            </a:extLst>
          </p:cNvPr>
          <p:cNvSpPr txBox="1"/>
          <p:nvPr userDrawn="1"/>
        </p:nvSpPr>
        <p:spPr>
          <a:xfrm>
            <a:off x="550862" y="2811007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4FB136-1D46-6DA7-6FF5-97C9FAA2B70C}"/>
              </a:ext>
            </a:extLst>
          </p:cNvPr>
          <p:cNvSpPr txBox="1"/>
          <p:nvPr userDrawn="1"/>
        </p:nvSpPr>
        <p:spPr>
          <a:xfrm>
            <a:off x="1474867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Color Space</a:t>
            </a:r>
            <a:endParaRPr lang="en-DE" sz="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4E1D91-2EF0-88A7-61D1-45C15AD22A5E}"/>
              </a:ext>
            </a:extLst>
          </p:cNvPr>
          <p:cNvSpPr txBox="1"/>
          <p:nvPr userDrawn="1"/>
        </p:nvSpPr>
        <p:spPr>
          <a:xfrm>
            <a:off x="2465374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Aspect Ratio</a:t>
            </a:r>
            <a:endParaRPr lang="en-DE" sz="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74FB43-796B-AD53-8553-98E8B188332A}"/>
              </a:ext>
            </a:extLst>
          </p:cNvPr>
          <p:cNvSpPr txBox="1"/>
          <p:nvPr userDrawn="1"/>
        </p:nvSpPr>
        <p:spPr>
          <a:xfrm>
            <a:off x="3455881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Format</a:t>
            </a:r>
            <a:endParaRPr lang="en-DE" sz="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FBCFF3-3083-3DD4-89B9-B1535F7B9657}"/>
              </a:ext>
            </a:extLst>
          </p:cNvPr>
          <p:cNvSpPr txBox="1"/>
          <p:nvPr userDrawn="1"/>
        </p:nvSpPr>
        <p:spPr>
          <a:xfrm>
            <a:off x="4446389" y="2811007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F2C9A9E-A5D2-96CF-8E04-337C8B96F3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63" y="1571821"/>
            <a:ext cx="4473575" cy="1117591"/>
          </a:xfrm>
        </p:spPr>
        <p:txBody>
          <a:bodyPr/>
          <a:lstStyle>
            <a:lvl1pPr>
              <a:buNone/>
              <a:defRPr sz="3600">
                <a:latin typeface="+mj-lt"/>
              </a:defRPr>
            </a:lvl1pPr>
            <a:lvl5pPr>
              <a:buNone/>
              <a:defRPr/>
            </a:lvl5pPr>
          </a:lstStyle>
          <a:p>
            <a:r>
              <a:rPr lang="en-US"/>
              <a:t>[Description]</a:t>
            </a:r>
          </a:p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F419F3-D982-5CEE-BC73-3AA05C0DE3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0863" y="5525283"/>
            <a:ext cx="4752975" cy="384320"/>
          </a:xfrm>
        </p:spPr>
        <p:txBody>
          <a:bodyPr/>
          <a:lstStyle>
            <a:lvl1pPr marL="182563" marR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/>
              <a:t>Buy-out Rights: [Buy-out Rights Duration] + [Buy-out Description] </a:t>
            </a:r>
          </a:p>
        </p:txBody>
      </p:sp>
    </p:spTree>
    <p:extLst>
      <p:ext uri="{BB962C8B-B14F-4D97-AF65-F5344CB8AC3E}">
        <p14:creationId xmlns:p14="http://schemas.microsoft.com/office/powerpoint/2010/main" val="232870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V Master only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841258"/>
            <a:ext cx="4357688" cy="701684"/>
          </a:xfrm>
        </p:spPr>
        <p:txBody>
          <a:bodyPr anchor="ctr" anchorCtr="0"/>
          <a:lstStyle>
            <a:lvl1pPr>
              <a:defRPr sz="2400"/>
            </a:lvl1pPr>
          </a:lstStyle>
          <a:p>
            <a:r>
              <a:rPr lang="en-US" noProof="0"/>
              <a:t>[Instrument] | [#KV] | [Master]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F561120-86DD-DA94-AB96-BE4F32E190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13137" y="765166"/>
            <a:ext cx="5328000" cy="532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[RGB and 1:1]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[CAR MODEL] [MOTORIZATION]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7AEEFE62-E441-321C-0368-8D32184691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Push to Selected Channel: [Push to Selected Channel]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1C631455-0FF5-E47C-AFEF-B194B861357F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550862" y="3014117"/>
            <a:ext cx="4752975" cy="196215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5BD996-276C-92FF-18BE-459672C77BFA}"/>
              </a:ext>
            </a:extLst>
          </p:cNvPr>
          <p:cNvSpPr txBox="1"/>
          <p:nvPr userDrawn="1"/>
        </p:nvSpPr>
        <p:spPr>
          <a:xfrm>
            <a:off x="550862" y="2811007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4FB136-1D46-6DA7-6FF5-97C9FAA2B70C}"/>
              </a:ext>
            </a:extLst>
          </p:cNvPr>
          <p:cNvSpPr txBox="1"/>
          <p:nvPr userDrawn="1"/>
        </p:nvSpPr>
        <p:spPr>
          <a:xfrm>
            <a:off x="1474867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Color Space</a:t>
            </a:r>
            <a:endParaRPr lang="en-DE" sz="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4E1D91-2EF0-88A7-61D1-45C15AD22A5E}"/>
              </a:ext>
            </a:extLst>
          </p:cNvPr>
          <p:cNvSpPr txBox="1"/>
          <p:nvPr userDrawn="1"/>
        </p:nvSpPr>
        <p:spPr>
          <a:xfrm>
            <a:off x="2465374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Aspect Ratio</a:t>
            </a:r>
            <a:endParaRPr lang="en-DE" sz="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74FB43-796B-AD53-8553-98E8B188332A}"/>
              </a:ext>
            </a:extLst>
          </p:cNvPr>
          <p:cNvSpPr txBox="1"/>
          <p:nvPr userDrawn="1"/>
        </p:nvSpPr>
        <p:spPr>
          <a:xfrm>
            <a:off x="3455881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Format</a:t>
            </a:r>
            <a:endParaRPr lang="en-DE" sz="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FBCFF3-3083-3DD4-89B9-B1535F7B9657}"/>
              </a:ext>
            </a:extLst>
          </p:cNvPr>
          <p:cNvSpPr txBox="1"/>
          <p:nvPr userDrawn="1"/>
        </p:nvSpPr>
        <p:spPr>
          <a:xfrm>
            <a:off x="4446389" y="2811007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F2C9A9E-A5D2-96CF-8E04-337C8B96F3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63" y="1571821"/>
            <a:ext cx="4473575" cy="1117591"/>
          </a:xfrm>
        </p:spPr>
        <p:txBody>
          <a:bodyPr/>
          <a:lstStyle>
            <a:lvl1pPr>
              <a:buNone/>
              <a:defRPr sz="3600">
                <a:latin typeface="+mj-lt"/>
              </a:defRPr>
            </a:lvl1pPr>
            <a:lvl5pPr>
              <a:buNone/>
              <a:defRPr/>
            </a:lvl5pPr>
          </a:lstStyle>
          <a:p>
            <a:r>
              <a:rPr lang="en-US"/>
              <a:t>[Description]</a:t>
            </a:r>
          </a:p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F419F3-D982-5CEE-BC73-3AA05C0DE3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0863" y="5525283"/>
            <a:ext cx="4752975" cy="384320"/>
          </a:xfrm>
        </p:spPr>
        <p:txBody>
          <a:bodyPr/>
          <a:lstStyle>
            <a:lvl1pPr marL="182563" marR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/>
              <a:t>Buy-out Rights: [Buy-out Rights Duration] + [Buy-out Description] </a:t>
            </a:r>
          </a:p>
        </p:txBody>
      </p:sp>
    </p:spTree>
    <p:extLst>
      <p:ext uri="{BB962C8B-B14F-4D97-AF65-F5344CB8AC3E}">
        <p14:creationId xmlns:p14="http://schemas.microsoft.com/office/powerpoint/2010/main" val="450757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V_Crops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841258"/>
            <a:ext cx="4357688" cy="701684"/>
          </a:xfrm>
        </p:spPr>
        <p:txBody>
          <a:bodyPr anchor="ctr" anchorCtr="0"/>
          <a:lstStyle>
            <a:lvl1pPr>
              <a:defRPr sz="2400"/>
            </a:lvl1pPr>
          </a:lstStyle>
          <a:p>
            <a:r>
              <a:rPr lang="en-US" noProof="0"/>
              <a:t>[Instrument] | [#KV] | [Crops]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F561120-86DD-DA94-AB96-BE4F32E190D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462570" y="765166"/>
            <a:ext cx="1585674" cy="281937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[9:16]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[CAR MODEL] [MOTORIZATION]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7AEEFE62-E441-321C-0368-8D32184691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Push to Selected Channel: [Push to Selected Channel]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1C631455-0FF5-E47C-AFEF-B194B861357F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550862" y="3014117"/>
            <a:ext cx="4752975" cy="196215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5BD996-276C-92FF-18BE-459672C77BFA}"/>
              </a:ext>
            </a:extLst>
          </p:cNvPr>
          <p:cNvSpPr txBox="1"/>
          <p:nvPr userDrawn="1"/>
        </p:nvSpPr>
        <p:spPr>
          <a:xfrm>
            <a:off x="550862" y="2811007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4FB136-1D46-6DA7-6FF5-97C9FAA2B70C}"/>
              </a:ext>
            </a:extLst>
          </p:cNvPr>
          <p:cNvSpPr txBox="1"/>
          <p:nvPr userDrawn="1"/>
        </p:nvSpPr>
        <p:spPr>
          <a:xfrm>
            <a:off x="1474867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Color Space</a:t>
            </a:r>
            <a:endParaRPr lang="en-DE" sz="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4E1D91-2EF0-88A7-61D1-45C15AD22A5E}"/>
              </a:ext>
            </a:extLst>
          </p:cNvPr>
          <p:cNvSpPr txBox="1"/>
          <p:nvPr userDrawn="1"/>
        </p:nvSpPr>
        <p:spPr>
          <a:xfrm>
            <a:off x="2465374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Aspect Ratio</a:t>
            </a:r>
            <a:endParaRPr lang="en-DE" sz="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74FB43-796B-AD53-8553-98E8B188332A}"/>
              </a:ext>
            </a:extLst>
          </p:cNvPr>
          <p:cNvSpPr txBox="1"/>
          <p:nvPr userDrawn="1"/>
        </p:nvSpPr>
        <p:spPr>
          <a:xfrm>
            <a:off x="3455881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Format</a:t>
            </a:r>
            <a:endParaRPr lang="en-DE" sz="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FBCFF3-3083-3DD4-89B9-B1535F7B9657}"/>
              </a:ext>
            </a:extLst>
          </p:cNvPr>
          <p:cNvSpPr txBox="1"/>
          <p:nvPr userDrawn="1"/>
        </p:nvSpPr>
        <p:spPr>
          <a:xfrm>
            <a:off x="4446389" y="2811007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F2C9A9E-A5D2-96CF-8E04-337C8B96F3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63" y="1571821"/>
            <a:ext cx="4473575" cy="1117591"/>
          </a:xfrm>
        </p:spPr>
        <p:txBody>
          <a:bodyPr/>
          <a:lstStyle>
            <a:lvl1pPr>
              <a:buNone/>
              <a:defRPr sz="3600">
                <a:latin typeface="+mj-lt"/>
              </a:defRPr>
            </a:lvl1pPr>
            <a:lvl5pPr>
              <a:buNone/>
              <a:defRPr/>
            </a:lvl5pPr>
          </a:lstStyle>
          <a:p>
            <a:r>
              <a:rPr lang="en-US"/>
              <a:t>[Description]</a:t>
            </a:r>
          </a:p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F419F3-D982-5CEE-BC73-3AA05C0DE3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0863" y="5525283"/>
            <a:ext cx="4752975" cy="384320"/>
          </a:xfrm>
        </p:spPr>
        <p:txBody>
          <a:bodyPr/>
          <a:lstStyle>
            <a:lvl1pPr marL="182563" marR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/>
              <a:t>Buy-out Rights: [Buy-out Rights Duration] + [Buy-out Description] 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55308D59-4332-2508-3488-C38B3345C672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8271275" y="1627852"/>
            <a:ext cx="3478554" cy="1956687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[16:9]</a:t>
            </a:r>
            <a:endParaRPr lang="en-US" noProof="0"/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149B690F-72BE-F74E-A49A-0E632B870B3D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2570" y="3768233"/>
            <a:ext cx="1605718" cy="2140956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[4:3]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F5C6C33C-6EFB-1170-D761-D9ADC956C983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8271275" y="3947975"/>
            <a:ext cx="2445858" cy="1956687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[4:5]</a:t>
            </a:r>
            <a:endParaRPr lang="en-US" noProof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697EF-7730-2F26-5B59-C66D0ADFB6C5}"/>
              </a:ext>
            </a:extLst>
          </p:cNvPr>
          <p:cNvSpPr txBox="1"/>
          <p:nvPr userDrawn="1"/>
        </p:nvSpPr>
        <p:spPr>
          <a:xfrm>
            <a:off x="5919786" y="3368682"/>
            <a:ext cx="431571" cy="2154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/>
            <a:r>
              <a:rPr lang="en-DE" sz="1200" b="0" i="0">
                <a:latin typeface="MB Corpo S Text Office" panose="020B0504050000000004" pitchFamily="34" charset="77"/>
              </a:rPr>
              <a:t>9:16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13D77B-9FD4-CD88-DE14-5990D7FE02F7}"/>
              </a:ext>
            </a:extLst>
          </p:cNvPr>
          <p:cNvSpPr txBox="1"/>
          <p:nvPr userDrawn="1"/>
        </p:nvSpPr>
        <p:spPr>
          <a:xfrm>
            <a:off x="5919786" y="5718182"/>
            <a:ext cx="431571" cy="2154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/>
            <a:r>
              <a:rPr lang="en-DE" sz="1200" b="0" i="0">
                <a:latin typeface="MB Corpo S Text Office" panose="020B0504050000000004" pitchFamily="34" charset="77"/>
              </a:rPr>
              <a:t>4:3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ABF43B-AF34-D2F3-353E-BF3AB23680F5}"/>
              </a:ext>
            </a:extLst>
          </p:cNvPr>
          <p:cNvSpPr txBox="1"/>
          <p:nvPr userDrawn="1"/>
        </p:nvSpPr>
        <p:spPr>
          <a:xfrm>
            <a:off x="8266199" y="1285882"/>
            <a:ext cx="431571" cy="2154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DE" sz="1200" b="0" i="0">
                <a:latin typeface="MB Corpo S Text Office" panose="020B0504050000000004" pitchFamily="34" charset="77"/>
              </a:rPr>
              <a:t>16:9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7107B0-13BD-FE2E-5D62-93260351F362}"/>
              </a:ext>
            </a:extLst>
          </p:cNvPr>
          <p:cNvSpPr txBox="1"/>
          <p:nvPr userDrawn="1"/>
        </p:nvSpPr>
        <p:spPr>
          <a:xfrm>
            <a:off x="8266199" y="3694974"/>
            <a:ext cx="431571" cy="2154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DE" sz="1200" b="0" i="0">
                <a:latin typeface="MB Corpo S Text Office" panose="020B0504050000000004" pitchFamily="34" charset="77"/>
              </a:rPr>
              <a:t>4:5</a:t>
            </a:r>
          </a:p>
        </p:txBody>
      </p:sp>
    </p:spTree>
    <p:extLst>
      <p:ext uri="{BB962C8B-B14F-4D97-AF65-F5344CB8AC3E}">
        <p14:creationId xmlns:p14="http://schemas.microsoft.com/office/powerpoint/2010/main" val="382067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V_Crops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841258"/>
            <a:ext cx="3790025" cy="701684"/>
          </a:xfrm>
        </p:spPr>
        <p:txBody>
          <a:bodyPr anchor="ctr" anchorCtr="0"/>
          <a:lstStyle>
            <a:lvl1pPr>
              <a:defRPr sz="2400"/>
            </a:lvl1pPr>
          </a:lstStyle>
          <a:p>
            <a:r>
              <a:rPr lang="en-US" noProof="0"/>
              <a:t>[Instrument] | [#KV] | [Crops]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F561120-86DD-DA94-AB96-BE4F32E190D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90664" y="1427622"/>
            <a:ext cx="2024714" cy="3600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[9:16]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[CAR MODEL] [MOTORIZATION]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7AEEFE62-E441-321C-0368-8D32184691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Push to Selected Channel: [Push to Selected Channel]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1C631455-0FF5-E47C-AFEF-B194B861357F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-5735638" y="3014117"/>
            <a:ext cx="4752975" cy="196215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5BD996-276C-92FF-18BE-459672C77BFA}"/>
              </a:ext>
            </a:extLst>
          </p:cNvPr>
          <p:cNvSpPr txBox="1"/>
          <p:nvPr userDrawn="1"/>
        </p:nvSpPr>
        <p:spPr>
          <a:xfrm>
            <a:off x="-5735638" y="2811007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4FB136-1D46-6DA7-6FF5-97C9FAA2B70C}"/>
              </a:ext>
            </a:extLst>
          </p:cNvPr>
          <p:cNvSpPr txBox="1"/>
          <p:nvPr userDrawn="1"/>
        </p:nvSpPr>
        <p:spPr>
          <a:xfrm>
            <a:off x="-4811633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Color Space</a:t>
            </a:r>
            <a:endParaRPr lang="en-DE" sz="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4E1D91-2EF0-88A7-61D1-45C15AD22A5E}"/>
              </a:ext>
            </a:extLst>
          </p:cNvPr>
          <p:cNvSpPr txBox="1"/>
          <p:nvPr userDrawn="1"/>
        </p:nvSpPr>
        <p:spPr>
          <a:xfrm>
            <a:off x="-3821126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Aspect Ratio</a:t>
            </a:r>
            <a:endParaRPr lang="en-DE" sz="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74FB43-796B-AD53-8553-98E8B188332A}"/>
              </a:ext>
            </a:extLst>
          </p:cNvPr>
          <p:cNvSpPr txBox="1"/>
          <p:nvPr userDrawn="1"/>
        </p:nvSpPr>
        <p:spPr>
          <a:xfrm>
            <a:off x="-2830619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Format</a:t>
            </a:r>
            <a:endParaRPr lang="en-DE" sz="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FBCFF3-3083-3DD4-89B9-B1535F7B9657}"/>
              </a:ext>
            </a:extLst>
          </p:cNvPr>
          <p:cNvSpPr txBox="1"/>
          <p:nvPr userDrawn="1"/>
        </p:nvSpPr>
        <p:spPr>
          <a:xfrm>
            <a:off x="-1840111" y="2811007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F2C9A9E-A5D2-96CF-8E04-337C8B96F3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63" y="1571821"/>
            <a:ext cx="3790025" cy="1117591"/>
          </a:xfrm>
        </p:spPr>
        <p:txBody>
          <a:bodyPr/>
          <a:lstStyle>
            <a:lvl1pPr>
              <a:buNone/>
              <a:defRPr sz="3600">
                <a:latin typeface="+mj-lt"/>
              </a:defRPr>
            </a:lvl1pPr>
            <a:lvl5pPr>
              <a:buNone/>
              <a:defRPr/>
            </a:lvl5pPr>
          </a:lstStyle>
          <a:p>
            <a:r>
              <a:rPr lang="en-US"/>
              <a:t>[Description]</a:t>
            </a:r>
          </a:p>
          <a:p>
            <a:endParaRPr lang="en-US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55308D59-4332-2508-3488-C38B3345C672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550863" y="3004422"/>
            <a:ext cx="3596800" cy="20232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[16:9]</a:t>
            </a:r>
            <a:endParaRPr lang="en-US" noProof="0"/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149B690F-72BE-F74E-A49A-0E632B870B3D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7058379" y="2676597"/>
            <a:ext cx="1763269" cy="2351025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[4:3]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F5C6C33C-6EFB-1170-D761-D9ADC956C983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264650" y="3126431"/>
            <a:ext cx="2376488" cy="190119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[4:5]</a:t>
            </a:r>
            <a:endParaRPr lang="en-US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4B8575-C9BD-D2B1-CD3C-AF6D31C6F048}"/>
              </a:ext>
            </a:extLst>
          </p:cNvPr>
          <p:cNvSpPr txBox="1"/>
          <p:nvPr userDrawn="1"/>
        </p:nvSpPr>
        <p:spPr>
          <a:xfrm>
            <a:off x="550863" y="5145799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6B5E4-4091-2164-5FF9-4EC3A2A3A8FD}"/>
              </a:ext>
            </a:extLst>
          </p:cNvPr>
          <p:cNvSpPr txBox="1"/>
          <p:nvPr userDrawn="1"/>
        </p:nvSpPr>
        <p:spPr>
          <a:xfrm>
            <a:off x="550863" y="5301509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Color Space</a:t>
            </a:r>
            <a:endParaRPr lang="en-DE" sz="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75BD6D-D2BE-E266-A905-032D386DFFAD}"/>
              </a:ext>
            </a:extLst>
          </p:cNvPr>
          <p:cNvSpPr txBox="1"/>
          <p:nvPr userDrawn="1"/>
        </p:nvSpPr>
        <p:spPr>
          <a:xfrm>
            <a:off x="550863" y="5457219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Aspect Ratio</a:t>
            </a:r>
            <a:endParaRPr lang="en-DE" sz="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C262BF-7787-FFA6-75C9-EBD3C239B665}"/>
              </a:ext>
            </a:extLst>
          </p:cNvPr>
          <p:cNvSpPr txBox="1"/>
          <p:nvPr userDrawn="1"/>
        </p:nvSpPr>
        <p:spPr>
          <a:xfrm>
            <a:off x="550863" y="5612929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Format</a:t>
            </a:r>
            <a:endParaRPr lang="en-DE" sz="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F0B12F-AEB4-C88D-9056-BDCFAC4B6A87}"/>
              </a:ext>
            </a:extLst>
          </p:cNvPr>
          <p:cNvSpPr txBox="1"/>
          <p:nvPr userDrawn="1"/>
        </p:nvSpPr>
        <p:spPr>
          <a:xfrm>
            <a:off x="550863" y="5768640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25" name="Table Placeholder 24">
            <a:extLst>
              <a:ext uri="{FF2B5EF4-FFF2-40B4-BE49-F238E27FC236}">
                <a16:creationId xmlns:a16="http://schemas.microsoft.com/office/drawing/2014/main" id="{F7086A75-C91D-77AC-C5D1-330E2F58A21C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1246188" y="5199022"/>
            <a:ext cx="1584325" cy="731837"/>
          </a:xfrm>
        </p:spPr>
        <p:txBody>
          <a:bodyPr/>
          <a:lstStyle/>
          <a:p>
            <a:endParaRPr lang="en-D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20F3CE-549E-58A6-C977-8878A631B5B8}"/>
              </a:ext>
            </a:extLst>
          </p:cNvPr>
          <p:cNvSpPr txBox="1"/>
          <p:nvPr userDrawn="1"/>
        </p:nvSpPr>
        <p:spPr>
          <a:xfrm>
            <a:off x="4595325" y="5145799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D70750-1C1F-F74C-9AE3-CC3F22B523B5}"/>
              </a:ext>
            </a:extLst>
          </p:cNvPr>
          <p:cNvSpPr txBox="1"/>
          <p:nvPr userDrawn="1"/>
        </p:nvSpPr>
        <p:spPr>
          <a:xfrm>
            <a:off x="4595325" y="5301509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Color Space</a:t>
            </a:r>
            <a:endParaRPr lang="en-DE" sz="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EDB9EA-D147-69AB-0195-0A45DEA3C517}"/>
              </a:ext>
            </a:extLst>
          </p:cNvPr>
          <p:cNvSpPr txBox="1"/>
          <p:nvPr userDrawn="1"/>
        </p:nvSpPr>
        <p:spPr>
          <a:xfrm>
            <a:off x="4595325" y="5457219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Aspect Ratio</a:t>
            </a:r>
            <a:endParaRPr lang="en-DE" sz="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627792-A80A-16BC-6611-BE352873EBEA}"/>
              </a:ext>
            </a:extLst>
          </p:cNvPr>
          <p:cNvSpPr txBox="1"/>
          <p:nvPr userDrawn="1"/>
        </p:nvSpPr>
        <p:spPr>
          <a:xfrm>
            <a:off x="4595325" y="5612929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Format</a:t>
            </a:r>
            <a:endParaRPr lang="en-DE" sz="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C99581-C76F-77AA-8826-531DF63BEF4B}"/>
              </a:ext>
            </a:extLst>
          </p:cNvPr>
          <p:cNvSpPr txBox="1"/>
          <p:nvPr userDrawn="1"/>
        </p:nvSpPr>
        <p:spPr>
          <a:xfrm>
            <a:off x="4595325" y="5768640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31" name="Table Placeholder 24">
            <a:extLst>
              <a:ext uri="{FF2B5EF4-FFF2-40B4-BE49-F238E27FC236}">
                <a16:creationId xmlns:a16="http://schemas.microsoft.com/office/drawing/2014/main" id="{1AC8F04F-3A3D-D0BE-11CB-BDD62A27EE00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5290651" y="5199022"/>
            <a:ext cx="1324728" cy="731837"/>
          </a:xfrm>
        </p:spPr>
        <p:txBody>
          <a:bodyPr/>
          <a:lstStyle/>
          <a:p>
            <a:endParaRPr lang="en-D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723C04-5DAB-6A0D-920D-72A77DF64414}"/>
              </a:ext>
            </a:extLst>
          </p:cNvPr>
          <p:cNvSpPr txBox="1"/>
          <p:nvPr userDrawn="1"/>
        </p:nvSpPr>
        <p:spPr>
          <a:xfrm>
            <a:off x="7057971" y="5145799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24CE5B-D43A-7F51-6C31-8B71A4F9752D}"/>
              </a:ext>
            </a:extLst>
          </p:cNvPr>
          <p:cNvSpPr txBox="1"/>
          <p:nvPr userDrawn="1"/>
        </p:nvSpPr>
        <p:spPr>
          <a:xfrm>
            <a:off x="7057971" y="5301509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Color Space</a:t>
            </a:r>
            <a:endParaRPr lang="en-DE" sz="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3E63D9-53CB-331A-19C8-7E1B3B001274}"/>
              </a:ext>
            </a:extLst>
          </p:cNvPr>
          <p:cNvSpPr txBox="1"/>
          <p:nvPr userDrawn="1"/>
        </p:nvSpPr>
        <p:spPr>
          <a:xfrm>
            <a:off x="7057971" y="5457219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Aspect Ratio</a:t>
            </a:r>
            <a:endParaRPr lang="en-DE" sz="8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236358-F7C3-48B5-3295-302D4838AE80}"/>
              </a:ext>
            </a:extLst>
          </p:cNvPr>
          <p:cNvSpPr txBox="1"/>
          <p:nvPr userDrawn="1"/>
        </p:nvSpPr>
        <p:spPr>
          <a:xfrm>
            <a:off x="7057971" y="5612929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Format</a:t>
            </a:r>
            <a:endParaRPr lang="en-DE" sz="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FB028B-190A-5B2F-C872-1505BFB8666F}"/>
              </a:ext>
            </a:extLst>
          </p:cNvPr>
          <p:cNvSpPr txBox="1"/>
          <p:nvPr userDrawn="1"/>
        </p:nvSpPr>
        <p:spPr>
          <a:xfrm>
            <a:off x="7057971" y="5768640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37" name="Table Placeholder 24">
            <a:extLst>
              <a:ext uri="{FF2B5EF4-FFF2-40B4-BE49-F238E27FC236}">
                <a16:creationId xmlns:a16="http://schemas.microsoft.com/office/drawing/2014/main" id="{C917D750-A8A7-6248-D8B1-60F1EE5A8467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7753297" y="5199022"/>
            <a:ext cx="1324728" cy="731837"/>
          </a:xfrm>
        </p:spPr>
        <p:txBody>
          <a:bodyPr/>
          <a:lstStyle/>
          <a:p>
            <a:endParaRPr lang="en-D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5A2349-DFEE-C3B2-93A3-9EB352A617EE}"/>
              </a:ext>
            </a:extLst>
          </p:cNvPr>
          <p:cNvSpPr txBox="1"/>
          <p:nvPr userDrawn="1"/>
        </p:nvSpPr>
        <p:spPr>
          <a:xfrm>
            <a:off x="9260844" y="5145799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E8C5E6-38B2-C1CB-B4D3-84AFD3062BB4}"/>
              </a:ext>
            </a:extLst>
          </p:cNvPr>
          <p:cNvSpPr txBox="1"/>
          <p:nvPr userDrawn="1"/>
        </p:nvSpPr>
        <p:spPr>
          <a:xfrm>
            <a:off x="9260844" y="5301509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Color Space</a:t>
            </a:r>
            <a:endParaRPr lang="en-DE" sz="8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96A9C8-D5E0-1485-D1ED-D86D4BC7EAA0}"/>
              </a:ext>
            </a:extLst>
          </p:cNvPr>
          <p:cNvSpPr txBox="1"/>
          <p:nvPr userDrawn="1"/>
        </p:nvSpPr>
        <p:spPr>
          <a:xfrm>
            <a:off x="9260844" y="5457219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Aspect Ratio</a:t>
            </a:r>
            <a:endParaRPr lang="en-DE" sz="8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A732A3-67C3-6865-166D-F776D354BD22}"/>
              </a:ext>
            </a:extLst>
          </p:cNvPr>
          <p:cNvSpPr txBox="1"/>
          <p:nvPr userDrawn="1"/>
        </p:nvSpPr>
        <p:spPr>
          <a:xfrm>
            <a:off x="9260844" y="5612929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Format</a:t>
            </a:r>
            <a:endParaRPr lang="en-DE" sz="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D586A0-3880-B758-9956-D5FE26FA5FF4}"/>
              </a:ext>
            </a:extLst>
          </p:cNvPr>
          <p:cNvSpPr txBox="1"/>
          <p:nvPr userDrawn="1"/>
        </p:nvSpPr>
        <p:spPr>
          <a:xfrm>
            <a:off x="9260844" y="5768640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43" name="Table Placeholder 24">
            <a:extLst>
              <a:ext uri="{FF2B5EF4-FFF2-40B4-BE49-F238E27FC236}">
                <a16:creationId xmlns:a16="http://schemas.microsoft.com/office/drawing/2014/main" id="{A2882BF7-F120-5CA7-6023-EBB972EBCC4B}"/>
              </a:ext>
            </a:extLst>
          </p:cNvPr>
          <p:cNvSpPr>
            <a:spLocks noGrp="1"/>
          </p:cNvSpPr>
          <p:nvPr>
            <p:ph type="tbl" sz="quarter" idx="26"/>
          </p:nvPr>
        </p:nvSpPr>
        <p:spPr>
          <a:xfrm>
            <a:off x="9956170" y="5199022"/>
            <a:ext cx="1324728" cy="731837"/>
          </a:xfrm>
        </p:spPr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8374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Fil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[Instrument] | [Duration] | [Ratio]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5D664576-02BA-776A-D97C-81991A45070E}"/>
              </a:ext>
            </a:extLst>
          </p:cNvPr>
          <p:cNvSpPr>
            <a:spLocks noGrp="1"/>
          </p:cNvSpPr>
          <p:nvPr>
            <p:ph type="media" sz="quarter" idx="24" hasCustomPrompt="1"/>
          </p:nvPr>
        </p:nvSpPr>
        <p:spPr>
          <a:xfrm>
            <a:off x="550863" y="2099824"/>
            <a:ext cx="5760000" cy="3240000"/>
          </a:xfrm>
        </p:spPr>
        <p:txBody>
          <a:bodyPr/>
          <a:lstStyle>
            <a:lvl1pPr marL="182563" indent="-182563">
              <a:buFontTx/>
              <a:buNone/>
              <a:defRPr/>
            </a:lvl1pPr>
          </a:lstStyle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n-GB" noProof="0"/>
              <a:t>[H264 and 16:9]</a:t>
            </a:r>
            <a:endParaRPr lang="en-US" noProof="0"/>
          </a:p>
        </p:txBody>
      </p:sp>
      <p:sp>
        <p:nvSpPr>
          <p:cNvPr id="24" name="Table Placeholder 9">
            <a:extLst>
              <a:ext uri="{FF2B5EF4-FFF2-40B4-BE49-F238E27FC236}">
                <a16:creationId xmlns:a16="http://schemas.microsoft.com/office/drawing/2014/main" id="{A090551A-2D6E-CB22-1C31-8F9ED7594CAD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888162" y="3014117"/>
            <a:ext cx="4752975" cy="196215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D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8DA2F0-06E4-3A56-DC94-E8DFF4123332}"/>
              </a:ext>
            </a:extLst>
          </p:cNvPr>
          <p:cNvSpPr txBox="1"/>
          <p:nvPr userDrawn="1"/>
        </p:nvSpPr>
        <p:spPr>
          <a:xfrm>
            <a:off x="6888162" y="2811007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B6F002-191F-D9ED-F9F8-840F9DE3AC4E}"/>
              </a:ext>
            </a:extLst>
          </p:cNvPr>
          <p:cNvSpPr txBox="1"/>
          <p:nvPr userDrawn="1"/>
        </p:nvSpPr>
        <p:spPr>
          <a:xfrm>
            <a:off x="7880644" y="2811007"/>
            <a:ext cx="104979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Variation</a:t>
            </a:r>
            <a:endParaRPr lang="en-DE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68D6E7-F3A8-E9C4-750B-01EB13F0CBE3}"/>
              </a:ext>
            </a:extLst>
          </p:cNvPr>
          <p:cNvSpPr txBox="1"/>
          <p:nvPr userDrawn="1"/>
        </p:nvSpPr>
        <p:spPr>
          <a:xfrm>
            <a:off x="9341285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Quality</a:t>
            </a:r>
            <a:endParaRPr lang="en-DE" sz="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6EF7C3-802D-9B63-F320-D2E758113828}"/>
              </a:ext>
            </a:extLst>
          </p:cNvPr>
          <p:cNvSpPr txBox="1"/>
          <p:nvPr userDrawn="1"/>
        </p:nvSpPr>
        <p:spPr>
          <a:xfrm>
            <a:off x="10400269" y="2811007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D117AF7F-3222-C593-9298-6CCF443700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Push to Selected Channel: [Push to Selected Channel]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3753BB0F-DCCB-8187-73AA-C8DCF1FDB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0863" y="5525283"/>
            <a:ext cx="4752975" cy="384320"/>
          </a:xfrm>
        </p:spPr>
        <p:txBody>
          <a:bodyPr/>
          <a:lstStyle>
            <a:lvl1pPr marL="182563" marR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/>
              <a:t>Buy-out Rights: [Buy-out Rights Duration] + [Buy-out Description] 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5C8E1C72-EDFC-4F96-2215-60B3E9581A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297" y="5525283"/>
            <a:ext cx="4752975" cy="384320"/>
          </a:xfrm>
        </p:spPr>
        <p:txBody>
          <a:bodyPr/>
          <a:lstStyle>
            <a:lvl1pPr marL="182563" marR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/>
              <a:t>Link to Stems: [Insert the Symphony link of the asset includes STEMS in title]</a:t>
            </a:r>
          </a:p>
        </p:txBody>
      </p:sp>
    </p:spTree>
    <p:extLst>
      <p:ext uri="{BB962C8B-B14F-4D97-AF65-F5344CB8AC3E}">
        <p14:creationId xmlns:p14="http://schemas.microsoft.com/office/powerpoint/2010/main" val="300668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Film Vari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[Instrument] | [Format] | [Duration] | [Ratio]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5D664576-02BA-776A-D97C-81991A45070E}"/>
              </a:ext>
            </a:extLst>
          </p:cNvPr>
          <p:cNvSpPr>
            <a:spLocks noGrp="1"/>
          </p:cNvSpPr>
          <p:nvPr>
            <p:ph type="media" sz="quarter" idx="24" hasCustomPrompt="1"/>
          </p:nvPr>
        </p:nvSpPr>
        <p:spPr>
          <a:xfrm>
            <a:off x="550863" y="2099824"/>
            <a:ext cx="5760000" cy="3240000"/>
          </a:xfrm>
        </p:spPr>
        <p:txBody>
          <a:bodyPr/>
          <a:lstStyle>
            <a:lvl1pPr marL="182563" indent="-182563">
              <a:buFontTx/>
              <a:buNone/>
              <a:defRPr/>
            </a:lvl1pPr>
          </a:lstStyle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n-GB" noProof="0"/>
              <a:t>[H264 and 16:9]</a:t>
            </a:r>
            <a:endParaRPr lang="en-US" noProof="0"/>
          </a:p>
        </p:txBody>
      </p:sp>
      <p:sp>
        <p:nvSpPr>
          <p:cNvPr id="24" name="Table Placeholder 9">
            <a:extLst>
              <a:ext uri="{FF2B5EF4-FFF2-40B4-BE49-F238E27FC236}">
                <a16:creationId xmlns:a16="http://schemas.microsoft.com/office/drawing/2014/main" id="{A090551A-2D6E-CB22-1C31-8F9ED7594CAD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888162" y="3014117"/>
            <a:ext cx="4752975" cy="196215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D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8DA2F0-06E4-3A56-DC94-E8DFF4123332}"/>
              </a:ext>
            </a:extLst>
          </p:cNvPr>
          <p:cNvSpPr txBox="1"/>
          <p:nvPr userDrawn="1"/>
        </p:nvSpPr>
        <p:spPr>
          <a:xfrm>
            <a:off x="6888162" y="2811007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B6F002-191F-D9ED-F9F8-840F9DE3AC4E}"/>
              </a:ext>
            </a:extLst>
          </p:cNvPr>
          <p:cNvSpPr txBox="1"/>
          <p:nvPr userDrawn="1"/>
        </p:nvSpPr>
        <p:spPr>
          <a:xfrm>
            <a:off x="7880644" y="2811007"/>
            <a:ext cx="104979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Variation</a:t>
            </a:r>
            <a:endParaRPr lang="en-DE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68D6E7-F3A8-E9C4-750B-01EB13F0CBE3}"/>
              </a:ext>
            </a:extLst>
          </p:cNvPr>
          <p:cNvSpPr txBox="1"/>
          <p:nvPr userDrawn="1"/>
        </p:nvSpPr>
        <p:spPr>
          <a:xfrm>
            <a:off x="9341285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Quality</a:t>
            </a:r>
            <a:endParaRPr lang="en-DE" sz="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6EF7C3-802D-9B63-F320-D2E758113828}"/>
              </a:ext>
            </a:extLst>
          </p:cNvPr>
          <p:cNvSpPr txBox="1"/>
          <p:nvPr userDrawn="1"/>
        </p:nvSpPr>
        <p:spPr>
          <a:xfrm>
            <a:off x="10400269" y="2811007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D117AF7F-3222-C593-9298-6CCF443700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Push to Selected Channel: [Push to Selected Channel]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3753BB0F-DCCB-8187-73AA-C8DCF1FDB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0863" y="5525283"/>
            <a:ext cx="4752975" cy="384320"/>
          </a:xfrm>
        </p:spPr>
        <p:txBody>
          <a:bodyPr/>
          <a:lstStyle>
            <a:lvl1pPr marL="182563" marR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/>
              <a:t>Buy-out Rights: [Buy-out Rights Duration] + [Buy-out Description] </a:t>
            </a:r>
          </a:p>
        </p:txBody>
      </p:sp>
    </p:spTree>
    <p:extLst>
      <p:ext uri="{BB962C8B-B14F-4D97-AF65-F5344CB8AC3E}">
        <p14:creationId xmlns:p14="http://schemas.microsoft.com/office/powerpoint/2010/main" val="200230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C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[Instrument] | [Duration] | [Edit Family] | [Ratio]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5D664576-02BA-776A-D97C-81991A45070E}"/>
              </a:ext>
            </a:extLst>
          </p:cNvPr>
          <p:cNvSpPr>
            <a:spLocks noGrp="1"/>
          </p:cNvSpPr>
          <p:nvPr>
            <p:ph type="media" sz="quarter" idx="24" hasCustomPrompt="1"/>
          </p:nvPr>
        </p:nvSpPr>
        <p:spPr>
          <a:xfrm>
            <a:off x="550863" y="2099824"/>
            <a:ext cx="5760000" cy="3240000"/>
          </a:xfrm>
        </p:spPr>
        <p:txBody>
          <a:bodyPr/>
          <a:lstStyle>
            <a:lvl1pPr marL="182563" indent="-182563">
              <a:buFontTx/>
              <a:buNone/>
              <a:defRPr/>
            </a:lvl1pPr>
          </a:lstStyle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n-GB" noProof="0"/>
              <a:t>[H264 and 16:9]</a:t>
            </a:r>
            <a:endParaRPr lang="en-US" noProof="0"/>
          </a:p>
        </p:txBody>
      </p:sp>
      <p:sp>
        <p:nvSpPr>
          <p:cNvPr id="24" name="Table Placeholder 9">
            <a:extLst>
              <a:ext uri="{FF2B5EF4-FFF2-40B4-BE49-F238E27FC236}">
                <a16:creationId xmlns:a16="http://schemas.microsoft.com/office/drawing/2014/main" id="{A090551A-2D6E-CB22-1C31-8F9ED7594CAD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888162" y="3014117"/>
            <a:ext cx="4752975" cy="196215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D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8DA2F0-06E4-3A56-DC94-E8DFF4123332}"/>
              </a:ext>
            </a:extLst>
          </p:cNvPr>
          <p:cNvSpPr txBox="1"/>
          <p:nvPr userDrawn="1"/>
        </p:nvSpPr>
        <p:spPr>
          <a:xfrm>
            <a:off x="6888162" y="2811007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B6F002-191F-D9ED-F9F8-840F9DE3AC4E}"/>
              </a:ext>
            </a:extLst>
          </p:cNvPr>
          <p:cNvSpPr txBox="1"/>
          <p:nvPr userDrawn="1"/>
        </p:nvSpPr>
        <p:spPr>
          <a:xfrm>
            <a:off x="7880644" y="2811007"/>
            <a:ext cx="104979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Variation</a:t>
            </a:r>
            <a:endParaRPr lang="en-DE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68D6E7-F3A8-E9C4-750B-01EB13F0CBE3}"/>
              </a:ext>
            </a:extLst>
          </p:cNvPr>
          <p:cNvSpPr txBox="1"/>
          <p:nvPr userDrawn="1"/>
        </p:nvSpPr>
        <p:spPr>
          <a:xfrm>
            <a:off x="9341285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Quality</a:t>
            </a:r>
            <a:endParaRPr lang="en-DE" sz="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6EF7C3-802D-9B63-F320-D2E758113828}"/>
              </a:ext>
            </a:extLst>
          </p:cNvPr>
          <p:cNvSpPr txBox="1"/>
          <p:nvPr userDrawn="1"/>
        </p:nvSpPr>
        <p:spPr>
          <a:xfrm>
            <a:off x="10400269" y="2811007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D117AF7F-3222-C593-9298-6CCF443700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Push to Selected Channel: [Push to Selected Channel]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3753BB0F-DCCB-8187-73AA-C8DCF1FDB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0863" y="5525283"/>
            <a:ext cx="4752975" cy="384320"/>
          </a:xfrm>
        </p:spPr>
        <p:txBody>
          <a:bodyPr/>
          <a:lstStyle>
            <a:lvl1pPr marL="182563" marR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/>
              <a:t>Buy-out Rights: [Buy-out Rights Duration] + [Buy-out Description] </a:t>
            </a:r>
          </a:p>
        </p:txBody>
      </p:sp>
    </p:spTree>
    <p:extLst>
      <p:ext uri="{BB962C8B-B14F-4D97-AF65-F5344CB8AC3E}">
        <p14:creationId xmlns:p14="http://schemas.microsoft.com/office/powerpoint/2010/main" val="67079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VC_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[Instrument] | [Duration] | [Edit Family] | [Ratio]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5D664576-02BA-776A-D97C-81991A45070E}"/>
              </a:ext>
            </a:extLst>
          </p:cNvPr>
          <p:cNvSpPr>
            <a:spLocks noGrp="1"/>
          </p:cNvSpPr>
          <p:nvPr>
            <p:ph type="media" sz="quarter" idx="24" hasCustomPrompt="1"/>
          </p:nvPr>
        </p:nvSpPr>
        <p:spPr>
          <a:xfrm>
            <a:off x="1822739" y="2099824"/>
            <a:ext cx="3240000" cy="3240000"/>
          </a:xfrm>
        </p:spPr>
        <p:txBody>
          <a:bodyPr/>
          <a:lstStyle>
            <a:lvl1pPr marL="182563" indent="-182563">
              <a:buFontTx/>
              <a:buNone/>
              <a:defRPr/>
            </a:lvl1pPr>
          </a:lstStyle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n-GB" noProof="0"/>
              <a:t>[H264 and 1:1]</a:t>
            </a:r>
            <a:endParaRPr lang="en-US" noProof="0"/>
          </a:p>
        </p:txBody>
      </p:sp>
      <p:sp>
        <p:nvSpPr>
          <p:cNvPr id="24" name="Table Placeholder 9">
            <a:extLst>
              <a:ext uri="{FF2B5EF4-FFF2-40B4-BE49-F238E27FC236}">
                <a16:creationId xmlns:a16="http://schemas.microsoft.com/office/drawing/2014/main" id="{A090551A-2D6E-CB22-1C31-8F9ED7594CAD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888162" y="3014117"/>
            <a:ext cx="4752975" cy="196215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D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8DA2F0-06E4-3A56-DC94-E8DFF4123332}"/>
              </a:ext>
            </a:extLst>
          </p:cNvPr>
          <p:cNvSpPr txBox="1"/>
          <p:nvPr userDrawn="1"/>
        </p:nvSpPr>
        <p:spPr>
          <a:xfrm>
            <a:off x="6888162" y="2811007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B6F002-191F-D9ED-F9F8-840F9DE3AC4E}"/>
              </a:ext>
            </a:extLst>
          </p:cNvPr>
          <p:cNvSpPr txBox="1"/>
          <p:nvPr userDrawn="1"/>
        </p:nvSpPr>
        <p:spPr>
          <a:xfrm>
            <a:off x="7880644" y="2811007"/>
            <a:ext cx="104979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Variation</a:t>
            </a:r>
            <a:endParaRPr lang="en-DE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68D6E7-F3A8-E9C4-750B-01EB13F0CBE3}"/>
              </a:ext>
            </a:extLst>
          </p:cNvPr>
          <p:cNvSpPr txBox="1"/>
          <p:nvPr userDrawn="1"/>
        </p:nvSpPr>
        <p:spPr>
          <a:xfrm>
            <a:off x="9341285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Quality</a:t>
            </a:r>
            <a:endParaRPr lang="en-DE" sz="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6EF7C3-802D-9B63-F320-D2E758113828}"/>
              </a:ext>
            </a:extLst>
          </p:cNvPr>
          <p:cNvSpPr txBox="1"/>
          <p:nvPr userDrawn="1"/>
        </p:nvSpPr>
        <p:spPr>
          <a:xfrm>
            <a:off x="10400269" y="2811007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D117AF7F-3222-C593-9298-6CCF443700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Push to Selected Channel: [Push to Selected Channel]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3753BB0F-DCCB-8187-73AA-C8DCF1FDB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0863" y="5525283"/>
            <a:ext cx="4752975" cy="384320"/>
          </a:xfrm>
        </p:spPr>
        <p:txBody>
          <a:bodyPr/>
          <a:lstStyle>
            <a:lvl1pPr marL="182563" marR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/>
              <a:t>Buy-out Rights: [Buy-out Rights Duration] + [Buy-out Description] </a:t>
            </a:r>
          </a:p>
        </p:txBody>
      </p:sp>
    </p:spTree>
    <p:extLst>
      <p:ext uri="{BB962C8B-B14F-4D97-AF65-F5344CB8AC3E}">
        <p14:creationId xmlns:p14="http://schemas.microsoft.com/office/powerpoint/2010/main" val="2568059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VC_4: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[Instrument] | [Duration] | [Edit Family] | [Ratio]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5D664576-02BA-776A-D97C-81991A45070E}"/>
              </a:ext>
            </a:extLst>
          </p:cNvPr>
          <p:cNvSpPr>
            <a:spLocks noGrp="1"/>
          </p:cNvSpPr>
          <p:nvPr>
            <p:ph type="media" sz="quarter" idx="24" hasCustomPrompt="1"/>
          </p:nvPr>
        </p:nvSpPr>
        <p:spPr>
          <a:xfrm>
            <a:off x="1515090" y="2099824"/>
            <a:ext cx="3600000" cy="2880000"/>
          </a:xfrm>
        </p:spPr>
        <p:txBody>
          <a:bodyPr/>
          <a:lstStyle>
            <a:lvl1pPr marL="182563" indent="-182563">
              <a:buFontTx/>
              <a:buNone/>
              <a:defRPr/>
            </a:lvl1pPr>
          </a:lstStyle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n-GB" noProof="0"/>
              <a:t>[H264 and 4:5]</a:t>
            </a:r>
            <a:endParaRPr lang="en-US" noProof="0"/>
          </a:p>
        </p:txBody>
      </p:sp>
      <p:sp>
        <p:nvSpPr>
          <p:cNvPr id="24" name="Table Placeholder 9">
            <a:extLst>
              <a:ext uri="{FF2B5EF4-FFF2-40B4-BE49-F238E27FC236}">
                <a16:creationId xmlns:a16="http://schemas.microsoft.com/office/drawing/2014/main" id="{A090551A-2D6E-CB22-1C31-8F9ED7594CAD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888162" y="3014117"/>
            <a:ext cx="4752975" cy="196215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D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8DA2F0-06E4-3A56-DC94-E8DFF4123332}"/>
              </a:ext>
            </a:extLst>
          </p:cNvPr>
          <p:cNvSpPr txBox="1"/>
          <p:nvPr userDrawn="1"/>
        </p:nvSpPr>
        <p:spPr>
          <a:xfrm>
            <a:off x="6888162" y="2811007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B6F002-191F-D9ED-F9F8-840F9DE3AC4E}"/>
              </a:ext>
            </a:extLst>
          </p:cNvPr>
          <p:cNvSpPr txBox="1"/>
          <p:nvPr userDrawn="1"/>
        </p:nvSpPr>
        <p:spPr>
          <a:xfrm>
            <a:off x="7880644" y="2811007"/>
            <a:ext cx="104979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Variation</a:t>
            </a:r>
            <a:endParaRPr lang="en-DE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68D6E7-F3A8-E9C4-750B-01EB13F0CBE3}"/>
              </a:ext>
            </a:extLst>
          </p:cNvPr>
          <p:cNvSpPr txBox="1"/>
          <p:nvPr userDrawn="1"/>
        </p:nvSpPr>
        <p:spPr>
          <a:xfrm>
            <a:off x="9341285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Quality</a:t>
            </a:r>
            <a:endParaRPr lang="en-DE" sz="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6EF7C3-802D-9B63-F320-D2E758113828}"/>
              </a:ext>
            </a:extLst>
          </p:cNvPr>
          <p:cNvSpPr txBox="1"/>
          <p:nvPr userDrawn="1"/>
        </p:nvSpPr>
        <p:spPr>
          <a:xfrm>
            <a:off x="10400269" y="2811007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D117AF7F-3222-C593-9298-6CCF443700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Push to Selected Channel: [Push to Selected Channel]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3753BB0F-DCCB-8187-73AA-C8DCF1FDB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0863" y="5525283"/>
            <a:ext cx="4752975" cy="384320"/>
          </a:xfrm>
        </p:spPr>
        <p:txBody>
          <a:bodyPr/>
          <a:lstStyle>
            <a:lvl1pPr marL="182563" marR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/>
              <a:t>Buy-out Rights: [Buy-out Rights Duration] + [Buy-out Description] </a:t>
            </a:r>
          </a:p>
        </p:txBody>
      </p:sp>
    </p:spTree>
    <p:extLst>
      <p:ext uri="{BB962C8B-B14F-4D97-AF65-F5344CB8AC3E}">
        <p14:creationId xmlns:p14="http://schemas.microsoft.com/office/powerpoint/2010/main" val="2461466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VC_9: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[Instrument] | [Duration] | [Edit Family] | [Ratio]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5D664576-02BA-776A-D97C-81991A45070E}"/>
              </a:ext>
            </a:extLst>
          </p:cNvPr>
          <p:cNvSpPr>
            <a:spLocks noGrp="1"/>
          </p:cNvSpPr>
          <p:nvPr>
            <p:ph type="media" sz="quarter" idx="24" hasCustomPrompt="1"/>
          </p:nvPr>
        </p:nvSpPr>
        <p:spPr>
          <a:xfrm>
            <a:off x="2287404" y="2099824"/>
            <a:ext cx="1843407" cy="3277168"/>
          </a:xfrm>
        </p:spPr>
        <p:txBody>
          <a:bodyPr/>
          <a:lstStyle>
            <a:lvl1pPr marL="182563" indent="-182563">
              <a:buFontTx/>
              <a:buNone/>
              <a:defRPr/>
            </a:lvl1pPr>
          </a:lstStyle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n-GB" noProof="0"/>
              <a:t>[H264 and 9:16]</a:t>
            </a:r>
            <a:endParaRPr lang="en-US" noProof="0"/>
          </a:p>
        </p:txBody>
      </p:sp>
      <p:sp>
        <p:nvSpPr>
          <p:cNvPr id="24" name="Table Placeholder 9">
            <a:extLst>
              <a:ext uri="{FF2B5EF4-FFF2-40B4-BE49-F238E27FC236}">
                <a16:creationId xmlns:a16="http://schemas.microsoft.com/office/drawing/2014/main" id="{A090551A-2D6E-CB22-1C31-8F9ED7594CAD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888162" y="3014117"/>
            <a:ext cx="4752975" cy="196215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D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8DA2F0-06E4-3A56-DC94-E8DFF4123332}"/>
              </a:ext>
            </a:extLst>
          </p:cNvPr>
          <p:cNvSpPr txBox="1"/>
          <p:nvPr userDrawn="1"/>
        </p:nvSpPr>
        <p:spPr>
          <a:xfrm>
            <a:off x="6888162" y="2811007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B6F002-191F-D9ED-F9F8-840F9DE3AC4E}"/>
              </a:ext>
            </a:extLst>
          </p:cNvPr>
          <p:cNvSpPr txBox="1"/>
          <p:nvPr userDrawn="1"/>
        </p:nvSpPr>
        <p:spPr>
          <a:xfrm>
            <a:off x="7880644" y="2811007"/>
            <a:ext cx="104979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Variation</a:t>
            </a:r>
            <a:endParaRPr lang="en-DE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68D6E7-F3A8-E9C4-750B-01EB13F0CBE3}"/>
              </a:ext>
            </a:extLst>
          </p:cNvPr>
          <p:cNvSpPr txBox="1"/>
          <p:nvPr userDrawn="1"/>
        </p:nvSpPr>
        <p:spPr>
          <a:xfrm>
            <a:off x="9341285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Quality</a:t>
            </a:r>
            <a:endParaRPr lang="en-DE" sz="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6EF7C3-802D-9B63-F320-D2E758113828}"/>
              </a:ext>
            </a:extLst>
          </p:cNvPr>
          <p:cNvSpPr txBox="1"/>
          <p:nvPr userDrawn="1"/>
        </p:nvSpPr>
        <p:spPr>
          <a:xfrm>
            <a:off x="10400269" y="2811007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D117AF7F-3222-C593-9298-6CCF443700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Push to Selected Channel: [Push to Selected Channel]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3753BB0F-DCCB-8187-73AA-C8DCF1FDB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0863" y="5525283"/>
            <a:ext cx="4752975" cy="384320"/>
          </a:xfrm>
        </p:spPr>
        <p:txBody>
          <a:bodyPr/>
          <a:lstStyle>
            <a:lvl1pPr marL="182563" marR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/>
              <a:t>Buy-out Rights: [Buy-out Rights Duration] + [Buy-out Description] </a:t>
            </a:r>
          </a:p>
        </p:txBody>
      </p:sp>
    </p:spTree>
    <p:extLst>
      <p:ext uri="{BB962C8B-B14F-4D97-AF65-F5344CB8AC3E}">
        <p14:creationId xmlns:p14="http://schemas.microsoft.com/office/powerpoint/2010/main" val="3649507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Films IAA Cl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[Instrument] | [Format] | [Ratio] | No Sound | Clean | ProRes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5D664576-02BA-776A-D97C-81991A45070E}"/>
              </a:ext>
            </a:extLst>
          </p:cNvPr>
          <p:cNvSpPr>
            <a:spLocks noGrp="1"/>
          </p:cNvSpPr>
          <p:nvPr>
            <p:ph type="media" sz="quarter" idx="24" hasCustomPrompt="1"/>
          </p:nvPr>
        </p:nvSpPr>
        <p:spPr>
          <a:xfrm>
            <a:off x="550863" y="1989000"/>
            <a:ext cx="1440000" cy="1440000"/>
          </a:xfrm>
        </p:spPr>
        <p:txBody>
          <a:bodyPr/>
          <a:lstStyle>
            <a:lvl1pPr marL="182563" indent="-182563">
              <a:buFontTx/>
              <a:buNone/>
              <a:defRPr/>
            </a:lvl1pPr>
          </a:lstStyle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n-GB" noProof="0"/>
              <a:t>[1:1]</a:t>
            </a:r>
            <a:endParaRPr lang="en-US" noProof="0"/>
          </a:p>
        </p:txBody>
      </p:sp>
      <p:sp>
        <p:nvSpPr>
          <p:cNvPr id="24" name="Table Placeholder 9">
            <a:extLst>
              <a:ext uri="{FF2B5EF4-FFF2-40B4-BE49-F238E27FC236}">
                <a16:creationId xmlns:a16="http://schemas.microsoft.com/office/drawing/2014/main" id="{A090551A-2D6E-CB22-1C31-8F9ED7594CAD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888162" y="3014117"/>
            <a:ext cx="4752975" cy="196215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D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8DA2F0-06E4-3A56-DC94-E8DFF4123332}"/>
              </a:ext>
            </a:extLst>
          </p:cNvPr>
          <p:cNvSpPr txBox="1"/>
          <p:nvPr userDrawn="1"/>
        </p:nvSpPr>
        <p:spPr>
          <a:xfrm>
            <a:off x="6888162" y="2811007"/>
            <a:ext cx="62954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Asset ID</a:t>
            </a:r>
            <a:endParaRPr lang="en-DE" sz="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B6F002-191F-D9ED-F9F8-840F9DE3AC4E}"/>
              </a:ext>
            </a:extLst>
          </p:cNvPr>
          <p:cNvSpPr txBox="1"/>
          <p:nvPr userDrawn="1"/>
        </p:nvSpPr>
        <p:spPr>
          <a:xfrm>
            <a:off x="7880644" y="2811007"/>
            <a:ext cx="1049795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Description</a:t>
            </a:r>
            <a:endParaRPr lang="en-DE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68D6E7-F3A8-E9C4-750B-01EB13F0CBE3}"/>
              </a:ext>
            </a:extLst>
          </p:cNvPr>
          <p:cNvSpPr txBox="1"/>
          <p:nvPr userDrawn="1"/>
        </p:nvSpPr>
        <p:spPr>
          <a:xfrm>
            <a:off x="9341285" y="2811007"/>
            <a:ext cx="69604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Duration</a:t>
            </a:r>
            <a:endParaRPr lang="en-DE" sz="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6EF7C3-802D-9B63-F320-D2E758113828}"/>
              </a:ext>
            </a:extLst>
          </p:cNvPr>
          <p:cNvSpPr txBox="1"/>
          <p:nvPr userDrawn="1"/>
        </p:nvSpPr>
        <p:spPr>
          <a:xfrm>
            <a:off x="10400269" y="2811007"/>
            <a:ext cx="857448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DE" sz="800">
                <a:latin typeface="+mn-lt"/>
              </a:rPr>
              <a:t>Symphony Link</a:t>
            </a:r>
            <a:endParaRPr lang="en-DE" sz="800"/>
          </a:p>
        </p:txBody>
      </p:sp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D117AF7F-3222-C593-9298-6CCF443700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Push to Selected Channel: [Push to Selected Channel]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3753BB0F-DCCB-8187-73AA-C8DCF1FDB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0863" y="5525283"/>
            <a:ext cx="4752975" cy="384320"/>
          </a:xfrm>
        </p:spPr>
        <p:txBody>
          <a:bodyPr/>
          <a:lstStyle>
            <a:lvl1pPr marL="182563" marR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/>
              <a:t>Buy-out Rights: [Buy-out Rights Duration] + [Buy-out Description]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46C84A-82FB-DE06-456D-B9DEEC5352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0863" y="3487116"/>
            <a:ext cx="914400" cy="139878"/>
          </a:xfrm>
        </p:spPr>
        <p:txBody>
          <a:bodyPr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DE"/>
              <a:t>[Insert Description]</a:t>
            </a:r>
          </a:p>
        </p:txBody>
      </p:sp>
      <p:sp>
        <p:nvSpPr>
          <p:cNvPr id="19" name="Media Placeholder 8">
            <a:extLst>
              <a:ext uri="{FF2B5EF4-FFF2-40B4-BE49-F238E27FC236}">
                <a16:creationId xmlns:a16="http://schemas.microsoft.com/office/drawing/2014/main" id="{2C58AC3E-1E24-92E8-FCCC-F612106392C0}"/>
              </a:ext>
            </a:extLst>
          </p:cNvPr>
          <p:cNvSpPr>
            <a:spLocks noGrp="1"/>
          </p:cNvSpPr>
          <p:nvPr>
            <p:ph type="media" sz="quarter" idx="31" hasCustomPrompt="1"/>
          </p:nvPr>
        </p:nvSpPr>
        <p:spPr>
          <a:xfrm>
            <a:off x="550863" y="3749434"/>
            <a:ext cx="1440000" cy="1440000"/>
          </a:xfrm>
        </p:spPr>
        <p:txBody>
          <a:bodyPr/>
          <a:lstStyle>
            <a:lvl1pPr marL="182563" indent="-182563">
              <a:buFontTx/>
              <a:buNone/>
              <a:defRPr/>
            </a:lvl1pPr>
          </a:lstStyle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n-GB" noProof="0"/>
              <a:t>[1:1]</a:t>
            </a:r>
            <a:endParaRPr lang="en-US" noProof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E495F9E6-5BCE-279C-CAAE-99DC2F8EE79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3" y="5247550"/>
            <a:ext cx="914400" cy="139878"/>
          </a:xfrm>
        </p:spPr>
        <p:txBody>
          <a:bodyPr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DE"/>
              <a:t>[Insert Description]</a:t>
            </a:r>
          </a:p>
        </p:txBody>
      </p:sp>
      <p:sp>
        <p:nvSpPr>
          <p:cNvPr id="21" name="Media Placeholder 8">
            <a:extLst>
              <a:ext uri="{FF2B5EF4-FFF2-40B4-BE49-F238E27FC236}">
                <a16:creationId xmlns:a16="http://schemas.microsoft.com/office/drawing/2014/main" id="{DA2B9F1B-3A7E-B80B-5559-4BCC82494D63}"/>
              </a:ext>
            </a:extLst>
          </p:cNvPr>
          <p:cNvSpPr>
            <a:spLocks noGrp="1"/>
          </p:cNvSpPr>
          <p:nvPr>
            <p:ph type="media" sz="quarter" idx="33" hasCustomPrompt="1"/>
          </p:nvPr>
        </p:nvSpPr>
        <p:spPr>
          <a:xfrm>
            <a:off x="2285660" y="1989000"/>
            <a:ext cx="1440000" cy="1440000"/>
          </a:xfrm>
        </p:spPr>
        <p:txBody>
          <a:bodyPr/>
          <a:lstStyle>
            <a:lvl1pPr marL="182563" indent="-182563">
              <a:buFontTx/>
              <a:buNone/>
              <a:defRPr/>
            </a:lvl1pPr>
          </a:lstStyle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n-GB" noProof="0"/>
              <a:t>[1:1]</a:t>
            </a:r>
            <a:endParaRPr lang="en-US" noProof="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ECAB1161-E332-7719-5D01-BF5885D73A6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5660" y="3487116"/>
            <a:ext cx="914400" cy="139878"/>
          </a:xfrm>
        </p:spPr>
        <p:txBody>
          <a:bodyPr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DE"/>
              <a:t>[Insert Description]</a:t>
            </a:r>
          </a:p>
        </p:txBody>
      </p:sp>
      <p:sp>
        <p:nvSpPr>
          <p:cNvPr id="23" name="Media Placeholder 8">
            <a:extLst>
              <a:ext uri="{FF2B5EF4-FFF2-40B4-BE49-F238E27FC236}">
                <a16:creationId xmlns:a16="http://schemas.microsoft.com/office/drawing/2014/main" id="{59B85D28-3292-642C-9BF1-DAE3FA02819D}"/>
              </a:ext>
            </a:extLst>
          </p:cNvPr>
          <p:cNvSpPr>
            <a:spLocks noGrp="1"/>
          </p:cNvSpPr>
          <p:nvPr>
            <p:ph type="media" sz="quarter" idx="35" hasCustomPrompt="1"/>
          </p:nvPr>
        </p:nvSpPr>
        <p:spPr>
          <a:xfrm>
            <a:off x="2285660" y="3749434"/>
            <a:ext cx="1440000" cy="1440000"/>
          </a:xfrm>
        </p:spPr>
        <p:txBody>
          <a:bodyPr/>
          <a:lstStyle>
            <a:lvl1pPr marL="182563" indent="-182563">
              <a:buFontTx/>
              <a:buNone/>
              <a:defRPr/>
            </a:lvl1pPr>
          </a:lstStyle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n-GB" noProof="0"/>
              <a:t>[1:1]</a:t>
            </a:r>
            <a:endParaRPr lang="en-US" noProof="0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4EB95250-6B97-444E-DB98-53865EE8F76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85660" y="5247550"/>
            <a:ext cx="914400" cy="139878"/>
          </a:xfrm>
        </p:spPr>
        <p:txBody>
          <a:bodyPr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DE"/>
              <a:t>[Insert Description]</a:t>
            </a:r>
          </a:p>
        </p:txBody>
      </p:sp>
      <p:sp>
        <p:nvSpPr>
          <p:cNvPr id="32" name="Media Placeholder 8">
            <a:extLst>
              <a:ext uri="{FF2B5EF4-FFF2-40B4-BE49-F238E27FC236}">
                <a16:creationId xmlns:a16="http://schemas.microsoft.com/office/drawing/2014/main" id="{87EA50C3-CD09-EBAE-1B1C-014B3690724F}"/>
              </a:ext>
            </a:extLst>
          </p:cNvPr>
          <p:cNvSpPr>
            <a:spLocks noGrp="1"/>
          </p:cNvSpPr>
          <p:nvPr>
            <p:ph type="media" sz="quarter" idx="37" hasCustomPrompt="1"/>
          </p:nvPr>
        </p:nvSpPr>
        <p:spPr>
          <a:xfrm>
            <a:off x="4020456" y="1989000"/>
            <a:ext cx="1440000" cy="1440000"/>
          </a:xfrm>
        </p:spPr>
        <p:txBody>
          <a:bodyPr/>
          <a:lstStyle>
            <a:lvl1pPr marL="182563" indent="-182563">
              <a:buFontTx/>
              <a:buNone/>
              <a:defRPr/>
            </a:lvl1pPr>
          </a:lstStyle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n-GB" noProof="0"/>
              <a:t>[1:1]</a:t>
            </a:r>
            <a:endParaRPr lang="en-US" noProof="0"/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B746DD65-4E68-626F-F3E5-B9578117AA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20456" y="3487116"/>
            <a:ext cx="914400" cy="139878"/>
          </a:xfrm>
        </p:spPr>
        <p:txBody>
          <a:bodyPr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DE"/>
              <a:t>[Insert Description]</a:t>
            </a:r>
          </a:p>
        </p:txBody>
      </p:sp>
      <p:sp>
        <p:nvSpPr>
          <p:cNvPr id="34" name="Media Placeholder 8">
            <a:extLst>
              <a:ext uri="{FF2B5EF4-FFF2-40B4-BE49-F238E27FC236}">
                <a16:creationId xmlns:a16="http://schemas.microsoft.com/office/drawing/2014/main" id="{77E42147-DE5F-A410-AF19-83841D0B19B4}"/>
              </a:ext>
            </a:extLst>
          </p:cNvPr>
          <p:cNvSpPr>
            <a:spLocks noGrp="1"/>
          </p:cNvSpPr>
          <p:nvPr>
            <p:ph type="media" sz="quarter" idx="39" hasCustomPrompt="1"/>
          </p:nvPr>
        </p:nvSpPr>
        <p:spPr>
          <a:xfrm>
            <a:off x="4020456" y="3749434"/>
            <a:ext cx="1440000" cy="1440000"/>
          </a:xfrm>
        </p:spPr>
        <p:txBody>
          <a:bodyPr/>
          <a:lstStyle>
            <a:lvl1pPr marL="182563" indent="-182563">
              <a:buFontTx/>
              <a:buNone/>
              <a:defRPr/>
            </a:lvl1pPr>
          </a:lstStyle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n-GB" noProof="0"/>
              <a:t>[1:1]</a:t>
            </a:r>
            <a:endParaRPr lang="en-US" noProof="0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31C4D814-658D-41D2-FE60-9D653B8DBD7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20456" y="5247550"/>
            <a:ext cx="914400" cy="139878"/>
          </a:xfrm>
        </p:spPr>
        <p:txBody>
          <a:bodyPr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DE"/>
              <a:t>[Insert Description]</a:t>
            </a:r>
          </a:p>
        </p:txBody>
      </p:sp>
    </p:spTree>
    <p:extLst>
      <p:ext uri="{BB962C8B-B14F-4D97-AF65-F5344CB8AC3E}">
        <p14:creationId xmlns:p14="http://schemas.microsoft.com/office/powerpoint/2010/main" val="6715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headline, Picture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3933824"/>
            <a:ext cx="11090274" cy="1084003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FBBED2-1E04-2D89-64E8-366E8D311D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5121188"/>
            <a:ext cx="11090276" cy="395375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EFA54C7-43F0-D878-186E-B6D6988CB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4028" y="5803200"/>
            <a:ext cx="504000" cy="504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765175"/>
            <a:ext cx="11090276" cy="316864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48866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headline, Picture (Black Background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3933823"/>
            <a:ext cx="11090274" cy="1083600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FBBED2-1E04-2D89-64E8-366E8D311D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5121188"/>
            <a:ext cx="11090276" cy="3953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Subheadline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765175"/>
            <a:ext cx="11090276" cy="316865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/ 2025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E95E133-370F-3BFD-16C4-582166024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4028" y="5803200"/>
            <a:ext cx="504000" cy="504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31C83E4-DD75-333D-7CAF-729F64A9D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50831" y="254644"/>
            <a:ext cx="1092857" cy="12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76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ure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3933824"/>
            <a:ext cx="11090274" cy="1582739"/>
          </a:xfrm>
        </p:spPr>
        <p:txBody>
          <a:bodyPr anchor="b"/>
          <a:lstStyle>
            <a:lvl1pPr algn="ctr">
              <a:lnSpc>
                <a:spcPct val="93000"/>
              </a:lnSpc>
              <a:defRPr sz="4800" cap="all" spc="70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765175"/>
            <a:ext cx="11090276" cy="316865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EFA54C7-43F0-D878-186E-B6D6988CB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4028" y="5803200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7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(Black Background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3933825"/>
            <a:ext cx="11090274" cy="1582737"/>
          </a:xfrm>
        </p:spPr>
        <p:txBody>
          <a:bodyPr anchor="b"/>
          <a:lstStyle>
            <a:lvl1pPr algn="ctr">
              <a:lnSpc>
                <a:spcPct val="93000"/>
              </a:lnSpc>
              <a:defRPr sz="48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765175"/>
            <a:ext cx="11090276" cy="316865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/ 2025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D1640A1-A7C0-A96E-4FFC-7F71EB88E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4028" y="5803200"/>
            <a:ext cx="504000" cy="504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B13BE2B-4994-5D6F-1B50-FACD71CC5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50831" y="254644"/>
            <a:ext cx="1092857" cy="12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74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headline, Full-Page Picture (Bright)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4" y="3536950"/>
            <a:ext cx="11090272" cy="1872000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2AA7328-9DF9-0BBC-DBAD-C4AE2BA7A7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5517231"/>
            <a:ext cx="11090274" cy="396207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9FEF4DBA-0CAB-62C3-ECDD-433D618F8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288" y="6418681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32E82317-1240-DA4E-C2C2-85D8153AB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4028" y="320807"/>
            <a:ext cx="504000" cy="504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0714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headline, Full-Page Picture (Bright)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4" y="3536949"/>
            <a:ext cx="11090272" cy="1872000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2AA7328-9DF9-0BBC-DBAD-C4AE2BA7A7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5517231"/>
            <a:ext cx="11090274" cy="396207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9FEF4DBA-0CAB-62C3-ECDD-433D618F8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288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32E82317-1240-DA4E-C2C2-85D8153AB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4028" y="6040681"/>
            <a:ext cx="504000" cy="504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1431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headline, Full-Page Picture (Dark)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3536950"/>
            <a:ext cx="11090274" cy="1872000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2AA7328-9DF9-0BBC-DBAD-C4AE2BA7A7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5517231"/>
            <a:ext cx="11090276" cy="39620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9FEF4DBA-0CAB-62C3-ECDD-433D618F8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288" y="6418681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32E82317-1240-DA4E-C2C2-85D8153AB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4028" y="320807"/>
            <a:ext cx="504000" cy="504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25945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headline, Full-Page Picture (Dark)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3536950"/>
            <a:ext cx="11090274" cy="1872000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2AA7328-9DF9-0BBC-DBAD-C4AE2BA7A7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5517231"/>
            <a:ext cx="11090276" cy="39620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9FEF4DBA-0CAB-62C3-ECDD-433D618F8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288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32E82317-1240-DA4E-C2C2-85D8153AB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4028" y="6092825"/>
            <a:ext cx="504000" cy="504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927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entre-Alig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6904FA0-167D-2731-B322-146DD0135B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765173"/>
            <a:ext cx="11090276" cy="5327652"/>
          </a:xfrm>
        </p:spPr>
        <p:txBody>
          <a:bodyPr anchor="ctr" anchorCtr="0"/>
          <a:lstStyle>
            <a:lvl1pPr marL="449263" indent="-449263" algn="ctr">
              <a:spcAft>
                <a:spcPts val="900"/>
              </a:spcAft>
              <a:buFont typeface="+mj-lt"/>
              <a:buAutoNum type="arabicPeriod"/>
              <a:defRPr sz="3600">
                <a:latin typeface="+mj-lt"/>
              </a:defRPr>
            </a:lvl1pPr>
            <a:lvl2pPr marL="182562" indent="0">
              <a:buNone/>
              <a:defRPr/>
            </a:lvl2pPr>
            <a:lvl3pPr marL="358775" indent="0">
              <a:buNone/>
              <a:defRPr/>
            </a:lvl3pPr>
            <a:lvl4pPr marL="541338" indent="0">
              <a:buNone/>
              <a:defRPr/>
            </a:lvl4pPr>
            <a:lvl5pPr marL="715962" indent="0">
              <a:buNone/>
              <a:defRPr/>
            </a:lvl5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32576277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eft-Alig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6904FA0-167D-2731-B322-146DD0135B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9737" y="765179"/>
            <a:ext cx="4752975" cy="5327646"/>
          </a:xfrm>
        </p:spPr>
        <p:txBody>
          <a:bodyPr anchor="ctr" anchorCtr="0"/>
          <a:lstStyle>
            <a:lvl1pPr marL="0" indent="0" algn="l">
              <a:spcAft>
                <a:spcPts val="1200"/>
              </a:spcAft>
              <a:buFont typeface="+mj-lt"/>
              <a:buNone/>
              <a:tabLst>
                <a:tab pos="4740275" algn="r"/>
              </a:tabLst>
              <a:defRPr sz="3600">
                <a:latin typeface="+mj-lt"/>
              </a:defRPr>
            </a:lvl1pPr>
            <a:lvl2pPr marL="182562" indent="0">
              <a:buNone/>
              <a:defRPr/>
            </a:lvl2pPr>
            <a:lvl3pPr marL="358775" indent="0">
              <a:buNone/>
              <a:defRPr/>
            </a:lvl3pPr>
            <a:lvl4pPr marL="541338" indent="0">
              <a:buNone/>
              <a:defRPr/>
            </a:lvl4pPr>
            <a:lvl5pPr marL="715962" indent="0">
              <a:buNone/>
              <a:defRPr/>
            </a:lvl5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42719013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C66D120-DF39-86BD-5A22-D807A8803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33" y="1670050"/>
            <a:ext cx="3961460" cy="96662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Agenda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4107EB1-9C39-51E6-C680-F9C11F124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2744788"/>
            <a:ext cx="3960812" cy="3348033"/>
          </a:xfrm>
        </p:spPr>
        <p:txBody>
          <a:bodyPr/>
          <a:lstStyle>
            <a:lvl1pPr marL="266700" indent="-266700">
              <a:spcAft>
                <a:spcPts val="450"/>
              </a:spcAft>
              <a:buFont typeface="+mj-lt"/>
              <a:buAutoNum type="arabicPeriod"/>
              <a:defRPr/>
            </a:lvl1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2" name="Bildplatzhalter 8">
            <a:extLst>
              <a:ext uri="{FF2B5EF4-FFF2-40B4-BE49-F238E27FC236}">
                <a16:creationId xmlns:a16="http://schemas.microsoft.com/office/drawing/2014/main" id="{283E5972-34D9-5BDE-BE51-9A9D01A3AA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03838" y="765179"/>
            <a:ext cx="6888162" cy="532764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41071717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8">
            <a:extLst>
              <a:ext uri="{FF2B5EF4-FFF2-40B4-BE49-F238E27FC236}">
                <a16:creationId xmlns:a16="http://schemas.microsoft.com/office/drawing/2014/main" id="{283E5972-34D9-5BDE-BE51-9A9D01A3AA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09675" y="765175"/>
            <a:ext cx="3366545" cy="532765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E4107EB1-9C39-51E6-C680-F9C11F124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4" y="765168"/>
            <a:ext cx="3565524" cy="5327659"/>
          </a:xfrm>
        </p:spPr>
        <p:txBody>
          <a:bodyPr bIns="144000" anchor="ctr"/>
          <a:lstStyle>
            <a:lvl1pPr marL="449263" indent="-449263">
              <a:spcAft>
                <a:spcPts val="900"/>
              </a:spcAft>
              <a:buFont typeface="+mj-lt"/>
              <a:buAutoNum type="arabicPeriod"/>
              <a:defRPr sz="3600" spc="100" baseline="0">
                <a:latin typeface="+mj-lt"/>
              </a:defRPr>
            </a:lvl1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8B378EFF-B299-05A9-BC68-1FBD9A17D5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74220" y="2349500"/>
            <a:ext cx="3366916" cy="23749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23533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CAD1E5-88D8-CF56-F891-9784DA991E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65175"/>
            <a:ext cx="11090272" cy="5327650"/>
          </a:xfrm>
        </p:spPr>
        <p:txBody>
          <a:bodyPr anchor="ctr" anchorCtr="0"/>
          <a:lstStyle>
            <a:lvl1pPr marL="0" indent="0" algn="ctr">
              <a:lnSpc>
                <a:spcPct val="93000"/>
              </a:lnSpc>
              <a:buNone/>
              <a:defRPr sz="4800" cap="all" spc="700" baseline="0">
                <a:latin typeface="+mj-lt"/>
              </a:defRPr>
            </a:lvl1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24434304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(Black Background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CAD1E5-88D8-CF56-F891-9784DA991E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65175"/>
            <a:ext cx="11090272" cy="5327650"/>
          </a:xfrm>
        </p:spPr>
        <p:txBody>
          <a:bodyPr anchor="ctr" anchorCtr="0"/>
          <a:lstStyle>
            <a:lvl1pPr marL="0" indent="0" algn="ctr">
              <a:lnSpc>
                <a:spcPct val="93000"/>
              </a:lnSpc>
              <a:buNone/>
              <a:defRPr sz="4800" cap="all" spc="7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AF11FC0-924C-D190-2A62-D01D717CA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550831" y="254644"/>
            <a:ext cx="1092857" cy="12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2077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, Full-Page Picture (B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8754A6-AD39-E8D4-1395-1289102CBD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CAD1E5-88D8-CF56-F891-9784DA991E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65175"/>
            <a:ext cx="11090274" cy="5327650"/>
          </a:xfrm>
        </p:spPr>
        <p:txBody>
          <a:bodyPr anchor="ctr" anchorCtr="0"/>
          <a:lstStyle>
            <a:lvl1pPr marL="0" indent="0" algn="ctr">
              <a:lnSpc>
                <a:spcPct val="93000"/>
              </a:lnSpc>
              <a:buNone/>
              <a:defRPr sz="4800" cap="all" spc="700" baseline="0">
                <a:latin typeface="+mj-lt"/>
              </a:defRPr>
            </a:lvl1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41C115D5-4050-AB3B-D910-BE757557E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7246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, Full-Page Pictur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8754A6-AD39-E8D4-1395-1289102CBD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CAD1E5-88D8-CF56-F891-9784DA991E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65175"/>
            <a:ext cx="11090272" cy="5327650"/>
          </a:xfrm>
        </p:spPr>
        <p:txBody>
          <a:bodyPr anchor="ctr" anchorCtr="0"/>
          <a:lstStyle>
            <a:lvl1pPr marL="0" indent="0" algn="ctr">
              <a:lnSpc>
                <a:spcPct val="93000"/>
              </a:lnSpc>
              <a:buNone/>
              <a:defRPr sz="4800" cap="all" spc="7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41C115D5-4050-AB3B-D910-BE757557E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97819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26428447-7C6D-0D35-7D73-1BA99AF1DD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239291"/>
            <a:ext cx="11090276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4017225E-6F1C-9979-8B2D-F25C5C8D42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2825"/>
            <a:ext cx="11090276" cy="216371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64244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411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41DB3931-F9B0-5F4F-24B6-BC86722344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73941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79"/>
            <a:ext cx="11090274" cy="5327642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6A5D4A92-4E79-83B5-386E-C97ECD2AAD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77582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75"/>
            <a:ext cx="4752975" cy="5327650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Textplatzhalter 14">
            <a:extLst>
              <a:ext uri="{FF2B5EF4-FFF2-40B4-BE49-F238E27FC236}">
                <a16:creationId xmlns:a16="http://schemas.microsoft.com/office/drawing/2014/main" id="{FB34E7EA-4B73-18BE-5B6B-556542E2BC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66337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 (Smaller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995023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B9FEB2F7-CEB6-90D6-9BC8-C9507268AF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1" y="1263600"/>
            <a:ext cx="11090280" cy="557277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CE3E623E-963F-B6C1-691A-0A0EB68D76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1" y="6093296"/>
            <a:ext cx="11090280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19538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352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0" name="Tabellenplatzhalter 9">
            <a:extLst>
              <a:ext uri="{FF2B5EF4-FFF2-40B4-BE49-F238E27FC236}">
                <a16:creationId xmlns:a16="http://schemas.microsoft.com/office/drawing/2014/main" id="{4E9509D3-28AE-EB2D-F17A-F9F5254AA09E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50863" y="1952625"/>
            <a:ext cx="11090276" cy="4140200"/>
          </a:xfrm>
        </p:spPr>
        <p:txBody>
          <a:bodyPr/>
          <a:lstStyle/>
          <a:p>
            <a:r>
              <a:rPr lang="en-GB" noProof="0"/>
              <a:t>Click icon to add table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2192A9DD-4CCF-F290-C03A-A388B9080C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4914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68"/>
            <a:ext cx="4752975" cy="5327650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1" name="Diagrammplatzhalter 10">
            <a:extLst>
              <a:ext uri="{FF2B5EF4-FFF2-40B4-BE49-F238E27FC236}">
                <a16:creationId xmlns:a16="http://schemas.microsoft.com/office/drawing/2014/main" id="{0E2F6EF6-54CE-D2FB-6398-3F0932EB5A5C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96000" y="765175"/>
            <a:ext cx="5545137" cy="5327650"/>
          </a:xfrm>
        </p:spPr>
        <p:txBody>
          <a:bodyPr/>
          <a:lstStyle/>
          <a:p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192685F7-8BDD-FE1C-AF95-6BA5DAE2B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30825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A884BEC-F782-09CD-70B3-BD938DD7F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238400"/>
            <a:ext cx="11090276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D3E2F-3339-7493-EAD2-BE26BAFB802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6" name="Textplatzhalter 14">
            <a:extLst>
              <a:ext uri="{FF2B5EF4-FFF2-40B4-BE49-F238E27FC236}">
                <a16:creationId xmlns:a16="http://schemas.microsoft.com/office/drawing/2014/main" id="{20CA0F59-D99C-FB8E-0F0B-45D6A0C47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65842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765179"/>
            <a:ext cx="3960812" cy="2055600"/>
          </a:xfrm>
        </p:spPr>
        <p:txBody>
          <a:bodyPr anchor="b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D3E2F-3339-7493-EAD2-BE26BAFB80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4" y="3141663"/>
            <a:ext cx="3960811" cy="2951633"/>
          </a:xfrm>
        </p:spPr>
        <p:txBody>
          <a:bodyPr anchor="t" anchorCtr="0"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6E80B621-992F-8FBE-6D81-85B0E6412D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27041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75"/>
            <a:ext cx="3565525" cy="5327650"/>
          </a:xfrm>
        </p:spPr>
        <p:txBody>
          <a:bodyPr anchor="ctr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D3E2F-3339-7493-EAD2-BE26BAFB80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675" y="765175"/>
            <a:ext cx="7129462" cy="5327650"/>
          </a:xfrm>
        </p:spPr>
        <p:txBody>
          <a:bodyPr anchor="ctr" anchorCtr="0"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FBF6029B-F66B-E0CA-29F6-D741668560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4672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1557338"/>
            <a:ext cx="11090274" cy="1187450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1C8136E-3B0C-BB74-973A-94AB1EAB9A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3141662"/>
            <a:ext cx="11090274" cy="2771775"/>
          </a:xfrm>
        </p:spPr>
        <p:txBody>
          <a:bodyPr anchor="t" anchorCtr="0"/>
          <a:lstStyle>
            <a:lvl1pPr marL="0" indent="0" algn="ctr">
              <a:buNone/>
              <a:defRPr/>
            </a:lvl1pPr>
            <a:lvl2pPr marL="182562" indent="0" algn="ctr">
              <a:buNone/>
              <a:defRPr/>
            </a:lvl2pPr>
            <a:lvl3pPr marL="358775" indent="0" algn="ctr">
              <a:buNone/>
              <a:defRPr/>
            </a:lvl3pPr>
            <a:lvl4pPr marL="541338" indent="0" algn="ctr">
              <a:buNone/>
              <a:defRPr/>
            </a:lvl4pPr>
            <a:lvl5pPr marL="715962" indent="0" algn="ctr"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07BD51C2-DE7D-4614-84D7-BB4BD1DF30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26165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, 2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FC23C-30B1-C36A-9D66-7847B0D8F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4116"/>
          </a:xfrm>
        </p:spPr>
        <p:txBody>
          <a:bodyPr/>
          <a:lstStyle/>
          <a:p>
            <a:r>
              <a:rPr lang="en-US" noProof="0"/>
              <a:t>Headline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CCE43BAA-3DB8-F178-7815-4B5D07DA0E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1238400"/>
            <a:ext cx="11090272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E3A406-50A9-2EE1-4814-6C6EE894C2A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3" y="1952625"/>
            <a:ext cx="5437187" cy="4140200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2D913D-A961-2F6A-6D15-7BC9FFCD61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03951" y="1952625"/>
            <a:ext cx="5437186" cy="4140200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34567CE-2F6F-08C1-AC99-35136365D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7F73859-00BB-C83A-D0AD-BFBD37488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C7AA773-FA76-9E33-F9BE-59772F5F0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7" name="Textplatzhalter 14">
            <a:extLst>
              <a:ext uri="{FF2B5EF4-FFF2-40B4-BE49-F238E27FC236}">
                <a16:creationId xmlns:a16="http://schemas.microsoft.com/office/drawing/2014/main" id="{C051D329-B011-B470-1577-0FE0BA0739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5" y="6093296"/>
            <a:ext cx="11090272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2822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, 3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1557338"/>
            <a:ext cx="11090275" cy="1187450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FDA9522-35BB-5845-0AB0-096279FD3E2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47738" y="3537545"/>
            <a:ext cx="3168652" cy="1979018"/>
          </a:xfrm>
        </p:spPr>
        <p:txBody>
          <a:bodyPr anchor="t" anchorCtr="0"/>
          <a:lstStyle>
            <a:lvl1pPr marL="0" indent="0" algn="ctr">
              <a:buNone/>
              <a:defRPr sz="1200"/>
            </a:lvl1pPr>
            <a:lvl2pPr marL="182562" indent="0" algn="ctr">
              <a:buNone/>
              <a:defRPr/>
            </a:lvl2pPr>
            <a:lvl3pPr marL="358775" indent="0" algn="ctr">
              <a:buNone/>
              <a:defRPr/>
            </a:lvl3pPr>
            <a:lvl4pPr marL="541338" indent="0" algn="ctr">
              <a:buNone/>
              <a:defRPr/>
            </a:lvl4pPr>
            <a:lvl5pPr marL="715962" indent="0" algn="ctr"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60309B8C-A3EA-4F55-91AF-D6717E1A059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511676" y="3537545"/>
            <a:ext cx="3168650" cy="1979018"/>
          </a:xfrm>
        </p:spPr>
        <p:txBody>
          <a:bodyPr anchor="t" anchorCtr="0"/>
          <a:lstStyle>
            <a:lvl1pPr marL="0" indent="0" algn="ctr">
              <a:buNone/>
              <a:defRPr sz="1200"/>
            </a:lvl1pPr>
            <a:lvl2pPr marL="182562" indent="0" algn="ctr">
              <a:buNone/>
              <a:defRPr/>
            </a:lvl2pPr>
            <a:lvl3pPr marL="358775" indent="0" algn="ctr">
              <a:buNone/>
              <a:defRPr/>
            </a:lvl3pPr>
            <a:lvl4pPr marL="541338" indent="0" algn="ctr">
              <a:buNone/>
              <a:defRPr/>
            </a:lvl4pPr>
            <a:lvl5pPr marL="715962" indent="0" algn="ctr"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DB5D18B-6856-8B92-0B31-5E974B37075A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075612" y="3537545"/>
            <a:ext cx="3168650" cy="1979018"/>
          </a:xfrm>
        </p:spPr>
        <p:txBody>
          <a:bodyPr anchor="t" anchorCtr="0"/>
          <a:lstStyle>
            <a:lvl1pPr marL="0" indent="0" algn="ctr">
              <a:buNone/>
              <a:defRPr sz="1200"/>
            </a:lvl1pPr>
            <a:lvl2pPr marL="182562" indent="0" algn="ctr">
              <a:buNone/>
              <a:defRPr/>
            </a:lvl2pPr>
            <a:lvl3pPr marL="358775" indent="0" algn="ctr">
              <a:buNone/>
              <a:defRPr/>
            </a:lvl3pPr>
            <a:lvl4pPr marL="541338" indent="0" algn="ctr">
              <a:buNone/>
              <a:defRPr/>
            </a:lvl4pPr>
            <a:lvl5pPr marL="715962" indent="0" algn="ctr"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1050CDD8-4FEE-017C-B4C8-091CEC8F8F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8EDC03F5-D6E1-C2EE-2744-7FC1829C4D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7738" y="2961422"/>
            <a:ext cx="3168650" cy="382279"/>
          </a:xfrm>
        </p:spPr>
        <p:txBody>
          <a:bodyPr anchor="b" anchorCtr="0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BF219A97-55D4-29A3-7E69-5AF44A6F3F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11676" y="2961422"/>
            <a:ext cx="3168650" cy="382279"/>
          </a:xfrm>
        </p:spPr>
        <p:txBody>
          <a:bodyPr anchor="b" anchorCtr="0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E5429D68-FC17-914B-0338-9AC27AF2BA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75613" y="2961422"/>
            <a:ext cx="3168650" cy="382279"/>
          </a:xfrm>
        </p:spPr>
        <p:txBody>
          <a:bodyPr anchor="b" anchorCtr="0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313077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, 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74"/>
            <a:ext cx="4357687" cy="2451600"/>
          </a:xfrm>
        </p:spPr>
        <p:txBody>
          <a:bodyPr anchor="b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D3E2F-3339-7493-EAD2-BE26BAFB80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3538801"/>
            <a:ext cx="4357687" cy="2554496"/>
          </a:xfrm>
        </p:spPr>
        <p:txBody>
          <a:bodyPr anchor="t" anchorCtr="0"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E6AEA7F3-541A-3671-5004-7AA7101E8D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88310" y="1557338"/>
            <a:ext cx="990000" cy="990000"/>
          </a:xfr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77B4C090-DC9F-EA79-6751-0681CD32A2F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96000" y="2624089"/>
            <a:ext cx="1974620" cy="912861"/>
          </a:xfrm>
        </p:spPr>
        <p:txBody>
          <a:bodyPr anchor="t" anchorCtr="0"/>
          <a:lstStyle>
            <a:lvl1pPr marL="0" indent="0" algn="ctr">
              <a:spcAft>
                <a:spcPts val="300"/>
              </a:spcAft>
              <a:buFont typeface="Arial" panose="020B0604020202020204" pitchFamily="34" charset="0"/>
              <a:buNone/>
              <a:defRPr sz="1200" b="1">
                <a:latin typeface="MB Corpo S Text Office" panose="020B0504050000000004" pitchFamily="34" charset="0"/>
              </a:defRPr>
            </a:lvl1pPr>
            <a:lvl2pPr marL="0" indent="0" algn="ctr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D700303A-8D4F-064B-D7F7-3CC82BB4AC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60083" y="1557338"/>
            <a:ext cx="990000" cy="990000"/>
          </a:xfr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DD2C1A5A-12B2-4579-13F0-FB47897F130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867774" y="2624089"/>
            <a:ext cx="1974619" cy="912861"/>
          </a:xfrm>
        </p:spPr>
        <p:txBody>
          <a:bodyPr anchor="t" anchorCtr="0"/>
          <a:lstStyle>
            <a:lvl1pPr marL="0" indent="0" algn="ctr">
              <a:spcAft>
                <a:spcPts val="300"/>
              </a:spcAft>
              <a:buFont typeface="Arial" panose="020B0604020202020204" pitchFamily="34" charset="0"/>
              <a:buNone/>
              <a:defRPr sz="1200" b="1">
                <a:latin typeface="MB Corpo S Text Office" panose="020B0504050000000004" pitchFamily="34" charset="0"/>
              </a:defRPr>
            </a:lvl1pPr>
            <a:lvl2pPr marL="0" indent="0" algn="ctr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AD4F66A8-5E09-C827-9F3E-2A3C67F2D2D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310" y="3680796"/>
            <a:ext cx="990000" cy="990000"/>
          </a:xfr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2286D8D2-AFC6-F2EF-34DB-55AF6EB0E5C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096000" y="4742991"/>
            <a:ext cx="1974620" cy="983146"/>
          </a:xfrm>
        </p:spPr>
        <p:txBody>
          <a:bodyPr anchor="t" anchorCtr="0"/>
          <a:lstStyle>
            <a:lvl1pPr marL="0" indent="0" algn="ctr">
              <a:spcAft>
                <a:spcPts val="300"/>
              </a:spcAft>
              <a:buFont typeface="Arial" panose="020B0604020202020204" pitchFamily="34" charset="0"/>
              <a:buNone/>
              <a:defRPr sz="1200" b="1">
                <a:latin typeface="MB Corpo S Text Office" panose="020B0504050000000004" pitchFamily="34" charset="0"/>
              </a:defRPr>
            </a:lvl1pPr>
            <a:lvl2pPr marL="0" indent="0" algn="ctr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</p:txBody>
      </p:sp>
      <p:sp>
        <p:nvSpPr>
          <p:cNvPr id="17" name="Bildplatzhalter 8">
            <a:extLst>
              <a:ext uri="{FF2B5EF4-FFF2-40B4-BE49-F238E27FC236}">
                <a16:creationId xmlns:a16="http://schemas.microsoft.com/office/drawing/2014/main" id="{26AAC94F-F259-503C-8A8B-99EDB21BA9B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360083" y="3680796"/>
            <a:ext cx="990000" cy="990000"/>
          </a:xfr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823F471-D71D-C8DD-3F84-0F1E7EF78C53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874356" y="4742991"/>
            <a:ext cx="1974619" cy="983146"/>
          </a:xfrm>
        </p:spPr>
        <p:txBody>
          <a:bodyPr anchor="t" anchorCtr="0"/>
          <a:lstStyle>
            <a:lvl1pPr marL="0" indent="0" algn="ctr">
              <a:spcAft>
                <a:spcPts val="300"/>
              </a:spcAft>
              <a:buFont typeface="Arial" panose="020B0604020202020204" pitchFamily="34" charset="0"/>
              <a:buNone/>
              <a:defRPr sz="1200" b="1">
                <a:latin typeface="MB Corpo S Text Office" panose="020B0504050000000004" pitchFamily="34" charset="0"/>
              </a:defRPr>
            </a:lvl1pPr>
            <a:lvl2pPr marL="0" indent="0" algn="ctr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8" name="Textplatzhalter 14">
            <a:extLst>
              <a:ext uri="{FF2B5EF4-FFF2-40B4-BE49-F238E27FC236}">
                <a16:creationId xmlns:a16="http://schemas.microsoft.com/office/drawing/2014/main" id="{73C43E65-FC53-729A-C2BD-881E1CB8457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62086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86"/>
            <a:ext cx="4357688" cy="5327628"/>
          </a:xfrm>
        </p:spPr>
        <p:txBody>
          <a:bodyPr anchor="ctr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F561120-86DD-DA94-AB96-BE4F32E190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03838" y="765167"/>
            <a:ext cx="6888162" cy="5327647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7AEEFE62-E441-321C-0368-8D32184691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05964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765179"/>
            <a:ext cx="3960812" cy="2451600"/>
          </a:xfrm>
        </p:spPr>
        <p:txBody>
          <a:bodyPr anchor="b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DA90331-2CCF-DD3F-A1AC-7F57B9449C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4" y="3538800"/>
            <a:ext cx="3960812" cy="2554021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9D566279-8C9E-BD80-AF75-8B0D30E19F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8550" y="765168"/>
            <a:ext cx="7283450" cy="5328128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11895ACA-B7B5-733E-445F-0BE0885E34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43699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79"/>
            <a:ext cx="4357687" cy="5327642"/>
          </a:xfrm>
        </p:spPr>
        <p:txBody>
          <a:bodyPr anchor="ctr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F561120-86DD-DA94-AB96-BE4F32E190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0713" y="1160748"/>
            <a:ext cx="2969062" cy="453650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404B5D8B-FA4A-D6BC-9288-BFF9A438DA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67775" y="2456892"/>
            <a:ext cx="2773364" cy="1944216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4" name="Textplatzhalter 14">
            <a:extLst>
              <a:ext uri="{FF2B5EF4-FFF2-40B4-BE49-F238E27FC236}">
                <a16:creationId xmlns:a16="http://schemas.microsoft.com/office/drawing/2014/main" id="{6FD12781-2EE3-0CFA-C15A-D084406B4A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45780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468000"/>
            <a:ext cx="10658472" cy="504056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50E6167C-B6E6-3933-61B5-678C1D4025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2024" y="1360800"/>
            <a:ext cx="4338076" cy="217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6AD9E45-7AB1-C1A4-E24A-830B6F88B03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43472" y="2132856"/>
            <a:ext cx="4752528" cy="298833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925E44AF-33D8-AE6A-E6D5-6CE0007A33A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12024" y="3735825"/>
            <a:ext cx="3556396" cy="2177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905623F3-7465-3204-0363-E6C6417E7A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764" y="6093296"/>
            <a:ext cx="106584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339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3-Column Content,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4189"/>
            <a:ext cx="11090274" cy="104352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7738" y="2349500"/>
            <a:ext cx="3168650" cy="1979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B27D638E-4435-A478-6B8E-70A5172A858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11546" y="2349500"/>
            <a:ext cx="3170652" cy="1979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FCE94595-516A-C517-658F-8303D18CD71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75612" y="2349500"/>
            <a:ext cx="3170652" cy="1979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6E8D947-0657-6051-699B-3EB86C4ACE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0862" y="6093296"/>
            <a:ext cx="11090278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60634671-C601-440F-31A7-06439D4542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567779"/>
            <a:ext cx="3159552" cy="135518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687B483-ECD5-86F5-5695-7CC2C9B4C7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11546" y="4567779"/>
            <a:ext cx="3159552" cy="135518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0CBAFFD-28FA-4303-5F61-BBEEDFEC1D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62" y="4567779"/>
            <a:ext cx="3159552" cy="135518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90210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,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765179"/>
            <a:ext cx="3960812" cy="2451600"/>
          </a:xfrm>
        </p:spPr>
        <p:txBody>
          <a:bodyPr anchor="b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DA90331-2CCF-DD3F-A1AC-7F57B9449C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4" y="3538800"/>
            <a:ext cx="3960812" cy="2554496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9D566279-8C9E-BD80-AF75-8B0D30E19F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62075" y="765174"/>
            <a:ext cx="3379062" cy="23688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7D362CCF-334C-BC73-662E-97605CA84F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62814" y="3319670"/>
            <a:ext cx="3162424" cy="23688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AE9BF08F-1BDA-20F5-1CEA-33A173A1039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908549" y="1952624"/>
            <a:ext cx="3167063" cy="236732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FAE9215A-DE78-CAF3-B946-BA71293756E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00713" y="4505648"/>
            <a:ext cx="2378112" cy="1803077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F516404A-9047-2372-37B7-07728221B6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6184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76672"/>
            <a:ext cx="11090274" cy="504056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50E6167C-B6E6-3933-61B5-678C1D4025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99956" y="1369570"/>
            <a:ext cx="2177656" cy="237705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6AD9E45-7AB1-C1A4-E24A-830B6F88B03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43472" y="1670051"/>
            <a:ext cx="4158484" cy="207657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925E44AF-33D8-AE6A-E6D5-6CE0007A33A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699956" y="3933823"/>
            <a:ext cx="4032448" cy="21590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F87A7FD7-B764-1B1A-BD5B-6B14DC84C0F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75612" y="2198452"/>
            <a:ext cx="2772915" cy="154817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D478357F-2CB3-20A0-079E-5EF6941C55F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135188" y="3933824"/>
            <a:ext cx="3367524" cy="178161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35615752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: Headline &amp; 3 Pictures 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99AD18BA-1A87-7C92-DA53-464F4EC2E6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7738" y="765175"/>
            <a:ext cx="4752975" cy="792163"/>
          </a:xfrm>
        </p:spPr>
        <p:txBody>
          <a:bodyPr/>
          <a:lstStyle>
            <a:lvl1pPr marL="0" indent="0" algn="ctr">
              <a:lnSpc>
                <a:spcPct val="95000"/>
              </a:lnSpc>
              <a:buNone/>
              <a:defRPr sz="2400"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C68037F3-7DAA-830B-059E-3FF13D9829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47738" y="2150624"/>
            <a:ext cx="1979612" cy="15852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6AD9E45-7AB1-C1A4-E24A-830B6F88B03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25350" y="1670026"/>
            <a:ext cx="2574606" cy="20658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BBC0AE9A-BC82-8144-D597-AB78BFF9E23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39516" y="3933825"/>
            <a:ext cx="3960440" cy="215947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B32547A2-4110-CBE0-599E-08D828A7BF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2043" y="765175"/>
            <a:ext cx="4752219" cy="792163"/>
          </a:xfrm>
        </p:spPr>
        <p:txBody>
          <a:bodyPr/>
          <a:lstStyle>
            <a:lvl1pPr marL="0" indent="0" algn="ctr">
              <a:lnSpc>
                <a:spcPct val="95000"/>
              </a:lnSpc>
              <a:buNone/>
              <a:defRPr sz="2400"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D25E291F-0A37-34C6-3711-D3246F7D79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492044" y="1670050"/>
            <a:ext cx="2574000" cy="206416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E41160F-3713-A10D-8BF9-77F3B1A388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264650" y="2150214"/>
            <a:ext cx="1979612" cy="1584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7301E121-6FFF-D14B-504A-575B7A5C68E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92044" y="3933825"/>
            <a:ext cx="3960440" cy="215947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7ADB68A5-DBDF-32DC-BC24-58F4491B2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050"/>
            <a:ext cx="0" cy="442324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17888433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: Headline &amp; 1 Picture 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99AD18BA-1A87-7C92-DA53-464F4EC2E6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7741" y="765175"/>
            <a:ext cx="4752972" cy="796715"/>
          </a:xfrm>
        </p:spPr>
        <p:txBody>
          <a:bodyPr/>
          <a:lstStyle>
            <a:lvl1pPr marL="0" indent="0" algn="ctr">
              <a:lnSpc>
                <a:spcPct val="95000"/>
              </a:lnSpc>
              <a:buNone/>
              <a:defRPr sz="2400"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B32547A2-4110-CBE0-599E-08D828A7BF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2043" y="765175"/>
            <a:ext cx="4752213" cy="796715"/>
          </a:xfrm>
        </p:spPr>
        <p:txBody>
          <a:bodyPr/>
          <a:lstStyle>
            <a:lvl1pPr marL="0" indent="0" algn="ctr">
              <a:lnSpc>
                <a:spcPct val="95000"/>
              </a:lnSpc>
              <a:buNone/>
              <a:defRPr sz="2400"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3" name="Textplatzhalter 14">
            <a:extLst>
              <a:ext uri="{FF2B5EF4-FFF2-40B4-BE49-F238E27FC236}">
                <a16:creationId xmlns:a16="http://schemas.microsoft.com/office/drawing/2014/main" id="{36BD2706-A0D3-0729-4EEF-F09B70FAAE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6764" y="6093296"/>
            <a:ext cx="106584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7E8FCF70-7C51-5A8F-5087-FDCA2F5037B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47740" y="1670050"/>
            <a:ext cx="4757564" cy="38465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A980F3E3-503E-5AA4-CC85-9B92556397A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492043" y="1670050"/>
            <a:ext cx="4752213" cy="38465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07E4C224-97A5-CE10-0370-7393A43CE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050"/>
            <a:ext cx="0" cy="3846513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2558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4-Column Content, 4 Pictur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7426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07373FE8-8EBB-014F-2336-FA034891649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87755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969C1FAD-0129-EB3C-2DB1-BACAF43B303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28084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A0DB0E4C-E3F5-1DAE-3559-A20A5F7BD8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868413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E2ADF1C-68FB-5E8B-F4E0-336F7FEE97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6764" y="6093296"/>
            <a:ext cx="106584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63F99675-84C1-0262-4664-C82DA16E68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E824360B-E423-B140-CD3C-91EB7AF434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87755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D449BC92-C713-D1F6-938D-72719ED460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8084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F513D4AB-C2FC-DF2E-4BEE-9880A1E9ED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67775" y="4740322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572362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4-Column Content, 4 Pictur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46825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A65F67B3-DAFF-2FC2-B4B5-CB9265C3C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87154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AA90DD17-1AE7-E928-C047-FA59E2E232B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27483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4C3D264F-7E53-8D10-4E11-121579F6F0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67812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C5EB138C-B055-CCBF-B6B2-C5097B73B8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6765" y="6093296"/>
            <a:ext cx="10658472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462D9757-6357-AA03-09AD-A6033144A7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589DC20B-B41A-37B4-3482-CF9B7EF9BF3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93816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85087200-BB63-A3B9-AB53-283A850A6A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0796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8656A0DD-8FAA-297B-7328-06821D1D1EA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67775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329797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, Full-Page Picture (Bright)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5054B2E2-1ED4-99DC-5F49-E7976C8ED1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3157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, Full-Page Picture (Dark)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E6BA233E-A5DA-9416-12DD-9B19DAED83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5" y="6093296"/>
            <a:ext cx="11090272" cy="215900"/>
          </a:xfrm>
        </p:spPr>
        <p:txBody>
          <a:bodyPr tIns="0" anchor="b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829335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, Full-Page Picture (Bright)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79"/>
            <a:ext cx="11090274" cy="5327642"/>
          </a:xfrm>
        </p:spPr>
        <p:txBody>
          <a:bodyPr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F5210F91-3A1C-0946-B9A8-7EF340702D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45639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, Full-Page Picture (Dark)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765179"/>
            <a:ext cx="11090276" cy="5327642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A4CD9F30-8F69-77DF-EE7F-333948495B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2" y="6093296"/>
            <a:ext cx="11090278" cy="215900"/>
          </a:xfrm>
        </p:spPr>
        <p:txBody>
          <a:bodyPr tIns="0" anchor="b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28436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Headlines, 2 Pictur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0B493E3F-6C0C-D060-264A-A4EF453DD4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765179"/>
            <a:ext cx="4994275" cy="5327642"/>
          </a:xfrm>
        </p:spPr>
        <p:txBody>
          <a:bodyPr anchor="ctr" anchorCtr="0"/>
          <a:lstStyle>
            <a:lvl1pPr marL="0" indent="0" algn="ctr">
              <a:lnSpc>
                <a:spcPct val="9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9AAFC805-38AD-8BCC-7E8B-28370D53CF7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4075F43A-3500-8406-421B-B4CD78CEA4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1169" y="765179"/>
            <a:ext cx="4994276" cy="5327642"/>
          </a:xfrm>
        </p:spPr>
        <p:txBody>
          <a:bodyPr anchor="ctr" anchorCtr="0"/>
          <a:lstStyle>
            <a:lvl1pPr marL="0" indent="0" algn="ctr">
              <a:lnSpc>
                <a:spcPct val="9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8FD9A006-278C-6A84-CAB2-C1F478B3A0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9374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Headlines, 4 Pictur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CAA7275A-BF78-904E-21EE-DBFEEBD5C00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3429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E1605463-327E-8C34-5C1F-00949D84DDF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0"/>
            <a:ext cx="6096000" cy="3429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FB4C13DE-28A1-54E4-EA93-CF74E14F54A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3429000"/>
            <a:ext cx="6096000" cy="3429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2E006ACB-4286-F81F-A0E8-40965E783C8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0" y="3429000"/>
            <a:ext cx="6096000" cy="3429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F1EE29D-91DE-290A-A9A2-1D23118F9F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4" y="765168"/>
            <a:ext cx="4994274" cy="1898664"/>
          </a:xfrm>
        </p:spPr>
        <p:txBody>
          <a:bodyPr anchor="ctr" anchorCtr="0"/>
          <a:lstStyle>
            <a:lvl1pPr marL="0" indent="0" algn="ctr">
              <a:lnSpc>
                <a:spcPct val="9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02CC314E-59D5-3ECB-4C56-A97E18629E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6862" y="765168"/>
            <a:ext cx="4994276" cy="1898664"/>
          </a:xfrm>
        </p:spPr>
        <p:txBody>
          <a:bodyPr anchor="ctr" anchorCtr="0"/>
          <a:lstStyle>
            <a:lvl1pPr marL="0" indent="0" algn="ctr">
              <a:lnSpc>
                <a:spcPct val="9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1EA83D23-4B4A-3030-94DF-273B78D2F0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0864" y="4194168"/>
            <a:ext cx="4994274" cy="1898664"/>
          </a:xfrm>
        </p:spPr>
        <p:txBody>
          <a:bodyPr anchor="ctr" anchorCtr="0"/>
          <a:lstStyle>
            <a:lvl1pPr marL="0" indent="0" algn="ctr">
              <a:lnSpc>
                <a:spcPct val="9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E800E626-A5A8-C371-DBA6-26ED19A977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46862" y="4194168"/>
            <a:ext cx="4994276" cy="1898664"/>
          </a:xfrm>
        </p:spPr>
        <p:txBody>
          <a:bodyPr anchor="ctr" anchorCtr="0"/>
          <a:lstStyle>
            <a:lvl1pPr marL="0" indent="0" algn="ctr">
              <a:lnSpc>
                <a:spcPct val="9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17" name="Textplatzhalter 14">
            <a:extLst>
              <a:ext uri="{FF2B5EF4-FFF2-40B4-BE49-F238E27FC236}">
                <a16:creationId xmlns:a16="http://schemas.microsoft.com/office/drawing/2014/main" id="{A10529AC-E89D-EC27-F62D-C92C7961D6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1652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headline, Full-Page Picture (B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B5F0163E-7F5D-EB5E-1133-4061AED0D2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0862" y="4329114"/>
            <a:ext cx="11090276" cy="1187449"/>
          </a:xfrm>
        </p:spPr>
        <p:txBody>
          <a:bodyPr anchor="b" anchorCtr="0"/>
          <a:lstStyle>
            <a:lvl1pPr marL="0" indent="0" algn="ctr">
              <a:lnSpc>
                <a:spcPct val="95000"/>
              </a:lnSpc>
              <a:buNone/>
              <a:defRPr sz="1800">
                <a:solidFill>
                  <a:schemeClr val="tx1"/>
                </a:solidFill>
                <a:latin typeface="MB Corpo S Text Office" panose="020B0504050000000004" pitchFamily="34" charset="0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E0E4C55-AB4F-6531-AA63-26FE5AC393C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17582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headline, Full-Page Pictur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8">
            <a:extLst>
              <a:ext uri="{FF2B5EF4-FFF2-40B4-BE49-F238E27FC236}">
                <a16:creationId xmlns:a16="http://schemas.microsoft.com/office/drawing/2014/main" id="{5718B2B3-4849-5362-5E3F-AE429ED6FD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E747BD-ACF9-10D0-D058-8B8C6620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0831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B5F0163E-7F5D-EB5E-1133-4061AED0D2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0863" y="4329113"/>
            <a:ext cx="11090274" cy="1188000"/>
          </a:xfrm>
        </p:spPr>
        <p:txBody>
          <a:bodyPr anchor="b" anchorCtr="0"/>
          <a:lstStyle>
            <a:lvl1pPr marL="0" indent="0" algn="ctr">
              <a:lnSpc>
                <a:spcPct val="95000"/>
              </a:lnSpc>
              <a:buNone/>
              <a:defRPr sz="1800">
                <a:solidFill>
                  <a:schemeClr val="bg1"/>
                </a:solidFill>
                <a:latin typeface="MB Corpo S Text Office" panose="020B0504050000000004" pitchFamily="34" charset="0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ECD3D1A-1BDC-460E-8BD3-A6EDFB0418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37211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,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626400"/>
            <a:ext cx="11090276" cy="1044116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580504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8CC48BF8-62BB-4866-0A81-11A2B441714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20598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9AEDC0FA-3D01-24BD-C566-3B952CF3E3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860447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0BD40D2B-0D78-03B0-B3DF-93D7240058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00539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Textplatzhalter 14">
            <a:extLst>
              <a:ext uri="{FF2B5EF4-FFF2-40B4-BE49-F238E27FC236}">
                <a16:creationId xmlns:a16="http://schemas.microsoft.com/office/drawing/2014/main" id="{0F53A7DD-D366-32BA-76A7-4F97EC3FC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0862" y="6093296"/>
            <a:ext cx="11090278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F22222B-3826-EE2C-050F-E4A8FF4EDA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738" y="3929224"/>
            <a:ext cx="2376489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FAEF0D01-E113-02EA-2F5D-BD96674955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67773" y="3929224"/>
            <a:ext cx="2376489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C6C8259-00C9-5FAA-DB9A-1942CC5B4A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8076" y="3937095"/>
            <a:ext cx="2376000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9D13F28-3E19-CD8B-FB14-D4E7A69ACB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7925" y="3937095"/>
            <a:ext cx="2376000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40284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, 9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4" cy="1044116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D88D217C-7253-4B71-F7B3-74EF5E32078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5384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7A2B3F89-A35E-67DE-ED8D-4C4E52945D5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262653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BF090B15-4D5E-E084-5194-4D3F45F0734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44728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8" name="Bildplatzhalter 8">
            <a:extLst>
              <a:ext uri="{FF2B5EF4-FFF2-40B4-BE49-F238E27FC236}">
                <a16:creationId xmlns:a16="http://schemas.microsoft.com/office/drawing/2014/main" id="{D2CBE5A4-76C9-4A61-7542-A047D9AA222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817191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0131E12C-290D-E000-D172-6F64DD4D19C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094460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174035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8CC48BF8-62BB-4866-0A81-11A2B441714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8231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9AEDC0FA-3D01-24BD-C566-3B952CF3E3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662427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0BD40D2B-0D78-03B0-B3DF-93D7240058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06622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99C79B5C-5BD4-F118-D86F-CBB5012135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0862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8AD95D8-46CD-67D9-5DEC-8F40BB8A1C8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28131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66D1DF6B-1C30-858C-9DF1-CE3099F9B85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05400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C80022E4-1747-FF7F-07FA-E1598A610A5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82669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29" name="Textplatzhalter 12">
            <a:extLst>
              <a:ext uri="{FF2B5EF4-FFF2-40B4-BE49-F238E27FC236}">
                <a16:creationId xmlns:a16="http://schemas.microsoft.com/office/drawing/2014/main" id="{248656D4-ECD9-53C3-721D-0599CB1566D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659938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BABD9B58-B287-61C8-D383-37824C7D7EE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739513" y="533199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68A87BCE-06D1-5422-12AF-7160388C2F0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983709" y="533584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32" name="Textplatzhalter 12">
            <a:extLst>
              <a:ext uri="{FF2B5EF4-FFF2-40B4-BE49-F238E27FC236}">
                <a16:creationId xmlns:a16="http://schemas.microsoft.com/office/drawing/2014/main" id="{62E3BCB4-B27A-12E3-82EF-4F567E6CAC9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27905" y="533584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81BF4AFC-23AC-DB31-B66A-AE24D1C1C6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472100" y="533199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3913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image" Target="../media/image1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6C280C1-5234-4296-7498-6DDA593D5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626400"/>
            <a:ext cx="11090276" cy="10441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5031AE-658A-4F0F-5758-12ACBBE25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1" y="1952626"/>
            <a:ext cx="11090276" cy="435657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7904A0-7D94-0766-7DBE-42AB753C1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417344"/>
            <a:ext cx="4752975" cy="1799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cap="all" spc="15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Chapter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940904-1DAD-EE22-4163-7EA05A2C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88162" y="6417356"/>
            <a:ext cx="4752975" cy="1799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cap="all" spc="150" baseline="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Title / 2025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9A77AF-044E-B78C-068E-F58A37481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07968" y="6417344"/>
            <a:ext cx="576064" cy="17999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8B1CD12-FD39-A8AF-106A-E2AFBB4EC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5548312" y="254645"/>
            <a:ext cx="1095376" cy="1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9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6" r:id="rId2"/>
    <p:sldLayoutId id="2147483714" r:id="rId3"/>
    <p:sldLayoutId id="2147483715" r:id="rId4"/>
    <p:sldLayoutId id="2147483718" r:id="rId5"/>
    <p:sldLayoutId id="2147483719" r:id="rId6"/>
    <p:sldLayoutId id="2147483721" r:id="rId7"/>
    <p:sldLayoutId id="2147483722" r:id="rId8"/>
    <p:sldLayoutId id="2147483723" r:id="rId9"/>
    <p:sldLayoutId id="2147483724" r:id="rId10"/>
    <p:sldLayoutId id="2147483720" r:id="rId11"/>
    <p:sldLayoutId id="2147483725" r:id="rId12"/>
    <p:sldLayoutId id="2147483659" r:id="rId13"/>
    <p:sldLayoutId id="2147483660" r:id="rId14"/>
    <p:sldLayoutId id="2147483661" r:id="rId15"/>
    <p:sldLayoutId id="2147483662" r:id="rId16"/>
    <p:sldLayoutId id="2147483706" r:id="rId17"/>
    <p:sldLayoutId id="2147483663" r:id="rId18"/>
    <p:sldLayoutId id="2147483707" r:id="rId19"/>
    <p:sldLayoutId id="2147483664" r:id="rId20"/>
    <p:sldLayoutId id="2147483665" r:id="rId21"/>
    <p:sldLayoutId id="2147483666" r:id="rId22"/>
    <p:sldLayoutId id="2147483703" r:id="rId23"/>
    <p:sldLayoutId id="2147483669" r:id="rId24"/>
    <p:sldLayoutId id="2147483670" r:id="rId25"/>
    <p:sldLayoutId id="2147483667" r:id="rId26"/>
    <p:sldLayoutId id="2147483668" r:id="rId27"/>
    <p:sldLayoutId id="2147483654" r:id="rId28"/>
    <p:sldLayoutId id="2147483656" r:id="rId29"/>
    <p:sldLayoutId id="2147483673" r:id="rId30"/>
    <p:sldLayoutId id="2147483702" r:id="rId31"/>
    <p:sldLayoutId id="2147483698" r:id="rId32"/>
    <p:sldLayoutId id="2147483696" r:id="rId33"/>
    <p:sldLayoutId id="2147483697" r:id="rId34"/>
    <p:sldLayoutId id="2147483650" r:id="rId35"/>
    <p:sldLayoutId id="2147483701" r:id="rId36"/>
    <p:sldLayoutId id="2147483671" r:id="rId37"/>
    <p:sldLayoutId id="2147483672" r:id="rId38"/>
    <p:sldLayoutId id="2147483652" r:id="rId39"/>
    <p:sldLayoutId id="2147483674" r:id="rId40"/>
    <p:sldLayoutId id="2147483675" r:id="rId41"/>
    <p:sldLayoutId id="2147483676" r:id="rId42"/>
    <p:sldLayoutId id="2147483678" r:id="rId43"/>
    <p:sldLayoutId id="2147483677" r:id="rId44"/>
    <p:sldLayoutId id="2147483680" r:id="rId45"/>
    <p:sldLayoutId id="2147483684" r:id="rId46"/>
    <p:sldLayoutId id="2147483679" r:id="rId47"/>
    <p:sldLayoutId id="2147483681" r:id="rId48"/>
    <p:sldLayoutId id="2147483682" r:id="rId49"/>
    <p:sldLayoutId id="2147483704" r:id="rId50"/>
    <p:sldLayoutId id="2147483683" r:id="rId51"/>
    <p:sldLayoutId id="2147483685" r:id="rId52"/>
    <p:sldLayoutId id="2147483688" r:id="rId53"/>
    <p:sldLayoutId id="2147483689" r:id="rId54"/>
    <p:sldLayoutId id="2147483690" r:id="rId55"/>
    <p:sldLayoutId id="2147483691" r:id="rId56"/>
    <p:sldLayoutId id="2147483692" r:id="rId57"/>
    <p:sldLayoutId id="2147483693" r:id="rId58"/>
    <p:sldLayoutId id="2147483694" r:id="rId59"/>
    <p:sldLayoutId id="2147483695" r:id="rId60"/>
    <p:sldLayoutId id="2147483686" r:id="rId61"/>
    <p:sldLayoutId id="2147483687" r:id="rId62"/>
  </p:sldLayoutIdLst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6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621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25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7462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8" orient="horz" pos="482">
          <p15:clr>
            <a:srgbClr val="5ACBF0"/>
          </p15:clr>
        </p15:guide>
        <p15:guide id="9" pos="347">
          <p15:clr>
            <a:srgbClr val="5ACBF0"/>
          </p15:clr>
        </p15:guide>
        <p15:guide id="10" pos="7333">
          <p15:clr>
            <a:srgbClr val="5ACBF0"/>
          </p15:clr>
        </p15:guide>
        <p15:guide id="11" pos="3341">
          <p15:clr>
            <a:srgbClr val="F26B43"/>
          </p15:clr>
        </p15:guide>
        <p15:guide id="12" pos="2842">
          <p15:clr>
            <a:srgbClr val="F26B43"/>
          </p15:clr>
        </p15:guide>
        <p15:guide id="13" pos="2343">
          <p15:clr>
            <a:srgbClr val="F26B43"/>
          </p15:clr>
        </p15:guide>
        <p15:guide id="14" pos="1844">
          <p15:clr>
            <a:srgbClr val="F26B43"/>
          </p15:clr>
        </p15:guide>
        <p15:guide id="15" pos="1345">
          <p15:clr>
            <a:srgbClr val="F26B43"/>
          </p15:clr>
        </p15:guide>
        <p15:guide id="16" pos="846">
          <p15:clr>
            <a:srgbClr val="F26B43"/>
          </p15:clr>
        </p15:guide>
        <p15:guide id="17" pos="4339">
          <p15:clr>
            <a:srgbClr val="F26B43"/>
          </p15:clr>
        </p15:guide>
        <p15:guide id="18" pos="4838">
          <p15:clr>
            <a:srgbClr val="F26B43"/>
          </p15:clr>
        </p15:guide>
        <p15:guide id="19" pos="5337">
          <p15:clr>
            <a:srgbClr val="F26B43"/>
          </p15:clr>
        </p15:guide>
        <p15:guide id="20" pos="5836">
          <p15:clr>
            <a:srgbClr val="F26B43"/>
          </p15:clr>
        </p15:guide>
        <p15:guide id="21" pos="6335">
          <p15:clr>
            <a:srgbClr val="F26B43"/>
          </p15:clr>
        </p15:guide>
        <p15:guide id="22" pos="6834">
          <p15:clr>
            <a:srgbClr val="F26B43"/>
          </p15:clr>
        </p15:guide>
        <p15:guide id="23" pos="3591">
          <p15:clr>
            <a:srgbClr val="A4A3A4"/>
          </p15:clr>
        </p15:guide>
        <p15:guide id="24" pos="3092">
          <p15:clr>
            <a:srgbClr val="A4A3A4"/>
          </p15:clr>
        </p15:guide>
        <p15:guide id="25" pos="4089">
          <p15:clr>
            <a:srgbClr val="A4A3A4"/>
          </p15:clr>
        </p15:guide>
        <p15:guide id="26" pos="4588">
          <p15:clr>
            <a:srgbClr val="A4A3A4"/>
          </p15:clr>
        </p15:guide>
        <p15:guide id="27" pos="5087">
          <p15:clr>
            <a:srgbClr val="A4A3A4"/>
          </p15:clr>
        </p15:guide>
        <p15:guide id="28" pos="2593">
          <p15:clr>
            <a:srgbClr val="A4A3A4"/>
          </p15:clr>
        </p15:guide>
        <p15:guide id="29" pos="5586">
          <p15:clr>
            <a:srgbClr val="A4A3A4"/>
          </p15:clr>
        </p15:guide>
        <p15:guide id="30" pos="2094">
          <p15:clr>
            <a:srgbClr val="A4A3A4"/>
          </p15:clr>
        </p15:guide>
        <p15:guide id="31" pos="1595">
          <p15:clr>
            <a:srgbClr val="A4A3A4"/>
          </p15:clr>
        </p15:guide>
        <p15:guide id="32" pos="6085">
          <p15:clr>
            <a:srgbClr val="A4A3A4"/>
          </p15:clr>
        </p15:guide>
        <p15:guide id="33" pos="6584">
          <p15:clr>
            <a:srgbClr val="A4A3A4"/>
          </p15:clr>
        </p15:guide>
        <p15:guide id="34" pos="1096">
          <p15:clr>
            <a:srgbClr val="A4A3A4"/>
          </p15:clr>
        </p15:guide>
        <p15:guide id="35" pos="597">
          <p15:clr>
            <a:srgbClr val="A4A3A4"/>
          </p15:clr>
        </p15:guide>
        <p15:guide id="36" pos="7083">
          <p15:clr>
            <a:srgbClr val="A4A3A4"/>
          </p15:clr>
        </p15:guide>
        <p15:guide id="37" orient="horz" pos="981">
          <p15:clr>
            <a:srgbClr val="F26B43"/>
          </p15:clr>
        </p15:guide>
        <p15:guide id="38" orient="horz" pos="1480">
          <p15:clr>
            <a:srgbClr val="F26B43"/>
          </p15:clr>
        </p15:guide>
        <p15:guide id="39" orient="horz" pos="1979">
          <p15:clr>
            <a:srgbClr val="F26B43"/>
          </p15:clr>
        </p15:guide>
        <p15:guide id="40" orient="horz" pos="2478">
          <p15:clr>
            <a:srgbClr val="F26B43"/>
          </p15:clr>
        </p15:guide>
        <p15:guide id="41" orient="horz" pos="2976">
          <p15:clr>
            <a:srgbClr val="F26B43"/>
          </p15:clr>
        </p15:guide>
        <p15:guide id="42" orient="horz" pos="3475">
          <p15:clr>
            <a:srgbClr val="F26B43"/>
          </p15:clr>
        </p15:guide>
        <p15:guide id="43" orient="horz" pos="3974">
          <p15:clr>
            <a:srgbClr val="5ACBF0"/>
          </p15:clr>
        </p15:guide>
        <p15:guide id="44" orient="horz" pos="731">
          <p15:clr>
            <a:srgbClr val="A4A3A4"/>
          </p15:clr>
        </p15:guide>
        <p15:guide id="45" orient="horz" pos="1230">
          <p15:clr>
            <a:srgbClr val="A4A3A4"/>
          </p15:clr>
        </p15:guide>
        <p15:guide id="46" orient="horz" pos="1729">
          <p15:clr>
            <a:srgbClr val="A4A3A4"/>
          </p15:clr>
        </p15:guide>
        <p15:guide id="47" orient="horz" pos="2228">
          <p15:clr>
            <a:srgbClr val="A4A3A4"/>
          </p15:clr>
        </p15:guide>
        <p15:guide id="48" orient="horz" pos="2727">
          <p15:clr>
            <a:srgbClr val="A4A3A4"/>
          </p15:clr>
        </p15:guide>
        <p15:guide id="49" orient="horz" pos="3226">
          <p15:clr>
            <a:srgbClr val="A4A3A4"/>
          </p15:clr>
        </p15:guide>
        <p15:guide id="50" orient="horz" pos="373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 descr="Label Internal">
            <a:extLst>
              <a:ext uri="{FF2B5EF4-FFF2-40B4-BE49-F238E27FC236}">
                <a16:creationId xmlns:a16="http://schemas.microsoft.com/office/drawing/2014/main" id="{BD555C8B-C941-3351-E9EB-BFABBD0AE3C3}"/>
              </a:ext>
            </a:extLst>
          </p:cNvPr>
          <p:cNvSpPr/>
          <p:nvPr/>
        </p:nvSpPr>
        <p:spPr>
          <a:xfrm>
            <a:off x="10776520" y="80628"/>
            <a:ext cx="1332148" cy="216024"/>
          </a:xfrm>
          <a:prstGeom prst="roundRect">
            <a:avLst>
              <a:gd name="adj" fmla="val 9318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/>
            <a:r>
              <a:rPr lang="en-GB" sz="1200" spc="90" baseline="0" noProof="0">
                <a:solidFill>
                  <a:schemeClr val="tx1"/>
                </a:solidFill>
                <a:latin typeface="MB Corpo S Text Office" panose="020B0504050000000004" pitchFamily="34" charset="0"/>
              </a:rPr>
              <a:t>INTERNAL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6694D0-A089-8DCA-D5FA-FBE84702B0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/>
              <a:t>Mercedes‑Benz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8EAD85-14B6-5766-9401-F451E05167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/>
              <a:t>A </a:t>
            </a:r>
            <a:r>
              <a:rPr lang="en-US" noProof="0" err="1"/>
              <a:t>subheadline</a:t>
            </a:r>
            <a:r>
              <a:rPr lang="en-US" noProof="0"/>
              <a:t> for additional information such as the department and a brief topic description.</a:t>
            </a:r>
            <a:endParaRPr lang="en-GB" noProof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EA57390-BA87-8E3F-6238-725AA03A7F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GB" noProof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1EAF2E48-88F4-356A-DB85-D72BE457BE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Title / 2025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BA4024A5-CA5B-AA79-FF05-016AE1439C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937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5AF48-3F30-E083-9608-C9809339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38A68ED-481B-19A5-157F-A4CA8F40199F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304F45-DD64-B94A-75A7-D1BACF5D4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BCA994-8D1E-485C-8DBB-A3A53D8E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[CAR MODEL] [MOTORIZATION]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BEE1A6-6893-E95B-CFF7-832DB9E7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2</a:t>
            </a:fld>
            <a:r>
              <a:rPr lang="en-US" noProof="0"/>
              <a:t> —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72D208E-3696-496B-2F2F-DBF9633520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3687C464-FA9B-8E7A-16E9-7753E61ADB80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1469CD5-D95A-4696-5CB2-C722307635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DFF1445-D3C8-6508-95C4-CFC86AE6DDA8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8944F1-0EC6-0643-54BB-B7E9007F439F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0905C07D-1586-A323-A7FB-321DE530FFE2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abellenplatzhalter 12">
            <a:extLst>
              <a:ext uri="{FF2B5EF4-FFF2-40B4-BE49-F238E27FC236}">
                <a16:creationId xmlns:a16="http://schemas.microsoft.com/office/drawing/2014/main" id="{EC0B8476-9031-8C7C-4A9C-4A51E89BB65D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abellenplatzhalter 13">
            <a:extLst>
              <a:ext uri="{FF2B5EF4-FFF2-40B4-BE49-F238E27FC236}">
                <a16:creationId xmlns:a16="http://schemas.microsoft.com/office/drawing/2014/main" id="{3BE74F42-91B7-A1E8-4045-E9F92B8D8AC9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abellenplatzhalter 14">
            <a:extLst>
              <a:ext uri="{FF2B5EF4-FFF2-40B4-BE49-F238E27FC236}">
                <a16:creationId xmlns:a16="http://schemas.microsoft.com/office/drawing/2014/main" id="{7454C954-50C2-188C-B443-AE94C0707305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abellenplatzhalter 15">
            <a:extLst>
              <a:ext uri="{FF2B5EF4-FFF2-40B4-BE49-F238E27FC236}">
                <a16:creationId xmlns:a16="http://schemas.microsoft.com/office/drawing/2014/main" id="{049C1B07-6D04-1DD2-1695-89F011EFB57D}"/>
              </a:ext>
            </a:extLst>
          </p:cNvPr>
          <p:cNvSpPr>
            <a:spLocks noGrp="1"/>
          </p:cNvSpPr>
          <p:nvPr>
            <p:ph type="tbl" sz="quarter" idx="26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82951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D31A9C-6CE7-6F0F-3801-9919B24BA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5275F99-5A22-579B-DD37-224231C9EFF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FC7170-6D6D-A439-785C-A82BBB712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860935-E786-5671-03E1-01EA12A50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[CAR MODEL] [MOTORIZATION]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CDCDE0-E733-15D9-1DBA-CD139D44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3</a:t>
            </a:fld>
            <a:r>
              <a:rPr lang="en-US" noProof="0"/>
              <a:t> —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233D035-CED2-6125-820B-C240533B21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E361F605-B996-CC50-630C-64BBC7A18E6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760D5E5-3601-3918-BAB4-BC1C63306A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16C83C5-0F2B-EC2A-67D7-F68DF7A08D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908FC5A-2353-5BCF-8854-684E7E015A85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91A1399C-7B75-CD9E-76B2-34365CC0AFAB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4FF135CD-0315-35B7-654B-C4C552AF1957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19517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3213AF-A3E3-E504-BB59-CFD75723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B9DEE3-BBEF-42FC-B5EA-4FCA3A11912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691291-3B57-7D90-1E66-F6CA568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DAA558-4287-5F8C-D14D-069A3C367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[CAR MODEL] [MOTORIZATION]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BC311D-9177-8464-D7A3-D65CD2149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4</a:t>
            </a:fld>
            <a:r>
              <a:rPr lang="en-US" noProof="0"/>
              <a:t> —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6294E24-25A0-4B0B-6474-E5FDA51EB0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2C09E19B-C332-22CC-AE41-612B8809DC44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1A5F1C2-4ECF-64AB-574C-A246761A7A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C94BF61-6481-188B-6CE1-D90A3AC06D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078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3E8B43-0B16-A484-6786-532C415D1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C6AE43-D2D8-593E-16B7-58AEC8C3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/ 2025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5784AAD-8271-8C10-43F5-B5CE54F6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5</a:t>
            </a:fld>
            <a:r>
              <a:rPr lang="en-US" noProof="0"/>
              <a:t> —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2BD176-7EB2-F51B-C0DE-D14503920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Medienplatzhalter 5">
            <a:extLst>
              <a:ext uri="{FF2B5EF4-FFF2-40B4-BE49-F238E27FC236}">
                <a16:creationId xmlns:a16="http://schemas.microsoft.com/office/drawing/2014/main" id="{72812B90-B273-82E2-238D-694476C1E265}"/>
              </a:ext>
            </a:extLst>
          </p:cNvPr>
          <p:cNvSpPr>
            <a:spLocks noGrp="1"/>
          </p:cNvSpPr>
          <p:nvPr>
            <p:ph type="media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7D56C662-0A57-1085-587B-0A9443FABDB0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5258054-EEA5-B284-F7CE-4133F89AE7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9F21B8E-17C9-6A56-3C32-749C1710CF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58CE1F7-73B3-D8CC-BFA5-64D4E195DF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5216859"/>
      </p:ext>
    </p:extLst>
  </p:cSld>
  <p:clrMapOvr>
    <a:masterClrMapping/>
  </p:clrMapOvr>
</p:sld>
</file>

<file path=ppt/theme/theme1.xml><?xml version="1.0" encoding="utf-8"?>
<a:theme xmlns:a="http://schemas.openxmlformats.org/drawingml/2006/main" name="1_Mercedes Benz">
  <a:themeElements>
    <a:clrScheme name="MB 2025-05-21">
      <a:dk1>
        <a:srgbClr val="000000"/>
      </a:dk1>
      <a:lt1>
        <a:srgbClr val="FFFFFF"/>
      </a:lt1>
      <a:dk2>
        <a:srgbClr val="8D8D8D"/>
      </a:dk2>
      <a:lt2>
        <a:srgbClr val="606060"/>
      </a:lt2>
      <a:accent1>
        <a:srgbClr val="0078D6"/>
      </a:accent1>
      <a:accent2>
        <a:srgbClr val="1398FF"/>
      </a:accent2>
      <a:accent3>
        <a:srgbClr val="075959"/>
      </a:accent3>
      <a:accent4>
        <a:srgbClr val="038281"/>
      </a:accent4>
      <a:accent5>
        <a:srgbClr val="522099"/>
      </a:accent5>
      <a:accent6>
        <a:srgbClr val="7B30E5"/>
      </a:accent6>
      <a:hlink>
        <a:srgbClr val="000000"/>
      </a:hlink>
      <a:folHlink>
        <a:srgbClr val="000000"/>
      </a:folHlink>
    </a:clrScheme>
    <a:fontScheme name="Mercedes-Benz Corpo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noFill/>
        </a:ln>
      </a:spPr>
      <a:bodyPr lIns="90000" rtlCol="0" anchor="ctr">
        <a:noAutofit/>
      </a:bodyPr>
      <a:lstStyle>
        <a:defPPr algn="ctr">
          <a:defRPr sz="160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Functional Black">
      <a:srgbClr val="000000"/>
    </a:custClr>
    <a:custClr name="Functional Grey 2">
      <a:srgbClr val="606060"/>
    </a:custClr>
    <a:custClr name="Functional Grey 3">
      <a:srgbClr val="8D8D8D"/>
    </a:custClr>
    <a:custClr name="Functional Grey 4 (non-accessible)">
      <a:srgbClr val="E0E0E0"/>
    </a:custClr>
    <a:custClr name="Functional White (non-accessible)"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Blue 1">
      <a:srgbClr val="003257"/>
    </a:custClr>
    <a:custClr name="Functional Blue 2">
      <a:srgbClr val="0078D6"/>
    </a:custClr>
    <a:custClr name="Functional Blue 3 (Pure Blue on light)">
      <a:srgbClr val="1398FF"/>
    </a:custClr>
    <a:custClr name="Functional Blue 4 (non-accessible)">
      <a:srgbClr val="92D0FF"/>
    </a:custClr>
    <a:custClr name="Functional Blue 5 (non-accessible)">
      <a:srgbClr val="E4F3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Red 1">
      <a:srgbClr val="770312"/>
    </a:custClr>
    <a:custClr name="Functional Red 2 (AMG Red)">
      <a:srgbClr val="B21E23"/>
    </a:custClr>
    <a:custClr name="Functional Red 3">
      <a:srgbClr val="EF5F64"/>
    </a:custClr>
    <a:custClr name="Functional Red 4 (non-accessible)">
      <a:srgbClr val="FDAFB2"/>
    </a:custClr>
    <a:custClr name="Functional Red 5 (non-accessible)">
      <a:srgbClr val="FFE0E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Purple 1">
      <a:srgbClr val="522099"/>
    </a:custClr>
    <a:custClr name="Functional Purple 2">
      <a:srgbClr val="7B30E5"/>
    </a:custClr>
    <a:custClr name="Functional Purple 3">
      <a:srgbClr val="AE75FF"/>
    </a:custClr>
    <a:custClr name="Functional Purple 4 (non-accessible)">
      <a:srgbClr val="E1C1FF"/>
    </a:custClr>
    <a:custClr name="Functional Purple 5 (non-accessible)">
      <a:srgbClr val="F8E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Green 1">
      <a:srgbClr val="075959"/>
    </a:custClr>
    <a:custClr name="Functional Green 2">
      <a:srgbClr val="038281"/>
    </a:custClr>
    <a:custClr name="Functional Green 3">
      <a:srgbClr val="1FA4A3"/>
    </a:custClr>
    <a:custClr name="Functional Green 4 (non-accessible)">
      <a:srgbClr val="A4E0E0"/>
    </a:custClr>
    <a:custClr name="Functional Green 5 (non-accessible)">
      <a:srgbClr val="E8FFFF"/>
    </a:custClr>
    <a:custClr>
      <a:srgbClr val="FFFFFF"/>
    </a:custClr>
    <a:custClr>
      <a:srgbClr val="FFFFFF"/>
    </a:custClr>
    <a:custClr name="Traffic Light Red">
      <a:srgbClr val="EF5F64"/>
    </a:custClr>
    <a:custClr name="Traffic Light Yellow">
      <a:srgbClr val="C28800"/>
    </a:custClr>
    <a:custClr name="Traffic Light Green">
      <a:srgbClr val="17AC35"/>
    </a:custClr>
  </a:custClrLst>
  <a:extLst>
    <a:ext uri="{05A4C25C-085E-4340-85A3-A5531E510DB2}">
      <thm15:themeFamily xmlns:thm15="http://schemas.microsoft.com/office/thememl/2012/main" name="MB_PowerPoint_Master_2025" id="{2EE6979B-F685-9446-AF13-59A23DA0D2F7}" vid="{D5076973-8DFC-CB46-AB79-2A729D1BD9F6}"/>
    </a:ext>
  </a:extLst>
</a:theme>
</file>

<file path=ppt/theme/theme2.xml><?xml version="1.0" encoding="utf-8"?>
<a:theme xmlns:a="http://schemas.openxmlformats.org/drawingml/2006/main" name="Office">
  <a:themeElements>
    <a:clrScheme name="Mercedes Benz">
      <a:dk1>
        <a:srgbClr val="000000"/>
      </a:dk1>
      <a:lt1>
        <a:srgbClr val="FFFFFF"/>
      </a:lt1>
      <a:dk2>
        <a:srgbClr val="8D8D8D"/>
      </a:dk2>
      <a:lt2>
        <a:srgbClr val="606060"/>
      </a:lt2>
      <a:accent1>
        <a:srgbClr val="0078D6"/>
      </a:accent1>
      <a:accent2>
        <a:srgbClr val="1398FF"/>
      </a:accent2>
      <a:accent3>
        <a:srgbClr val="075959"/>
      </a:accent3>
      <a:accent4>
        <a:srgbClr val="038281"/>
      </a:accent4>
      <a:accent5>
        <a:srgbClr val="522099"/>
      </a:accent5>
      <a:accent6>
        <a:srgbClr val="7B30E5"/>
      </a:accent6>
      <a:hlink>
        <a:srgbClr val="000000"/>
      </a:hlink>
      <a:folHlink>
        <a:srgbClr val="000000"/>
      </a:folHlink>
    </a:clrScheme>
    <a:fontScheme name="Mercedes Benz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Mercedes Benz">
      <a:dk1>
        <a:srgbClr val="000000"/>
      </a:dk1>
      <a:lt1>
        <a:srgbClr val="FFFFFF"/>
      </a:lt1>
      <a:dk2>
        <a:srgbClr val="8D8D8D"/>
      </a:dk2>
      <a:lt2>
        <a:srgbClr val="606060"/>
      </a:lt2>
      <a:accent1>
        <a:srgbClr val="0078D6"/>
      </a:accent1>
      <a:accent2>
        <a:srgbClr val="1398FF"/>
      </a:accent2>
      <a:accent3>
        <a:srgbClr val="075959"/>
      </a:accent3>
      <a:accent4>
        <a:srgbClr val="038281"/>
      </a:accent4>
      <a:accent5>
        <a:srgbClr val="522099"/>
      </a:accent5>
      <a:accent6>
        <a:srgbClr val="7B30E5"/>
      </a:accent6>
      <a:hlink>
        <a:srgbClr val="000000"/>
      </a:hlink>
      <a:folHlink>
        <a:srgbClr val="000000"/>
      </a:folHlink>
    </a:clrScheme>
    <a:fontScheme name="Mercedes Benz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2a76ea-b7b2-4a98-b2fc-20473eb9d6f5">
      <Terms xmlns="http://schemas.microsoft.com/office/infopath/2007/PartnerControls"/>
    </lcf76f155ced4ddcb4097134ff3c332f>
    <_ip_UnifiedCompliancePolicyUIAction xmlns="http://schemas.microsoft.com/sharepoint/v3" xsi:nil="true"/>
    <Owner xmlns="7e2a76ea-b7b2-4a98-b2fc-20473eb9d6f5">
      <UserInfo>
        <DisplayName/>
        <AccountId xsi:nil="true"/>
        <AccountType/>
      </UserInfo>
    </Owner>
    <_ip_UnifiedCompliancePolicyProperties xmlns="http://schemas.microsoft.com/sharepoint/v3" xsi:nil="true"/>
    <Time xmlns="7e2a76ea-b7b2-4a98-b2fc-20473eb9d6f5" xsi:nil="true"/>
    <TaxCatchAll xmlns="02d12187-754c-41a9-9e93-c3e1cfacc15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CF8B8BD6F0B445B00E2FFAACB3C926" ma:contentTypeVersion="27" ma:contentTypeDescription="Create a new document." ma:contentTypeScope="" ma:versionID="d75a0f61c248464299916ddf7c3215a8">
  <xsd:schema xmlns:xsd="http://www.w3.org/2001/XMLSchema" xmlns:xs="http://www.w3.org/2001/XMLSchema" xmlns:p="http://schemas.microsoft.com/office/2006/metadata/properties" xmlns:ns1="http://schemas.microsoft.com/sharepoint/v3" xmlns:ns2="7e2a76ea-b7b2-4a98-b2fc-20473eb9d6f5" xmlns:ns3="484fda99-12da-471b-a3fc-df060c94a2f7" xmlns:ns4="02d12187-754c-41a9-9e93-c3e1cfacc155" targetNamespace="http://schemas.microsoft.com/office/2006/metadata/properties" ma:root="true" ma:fieldsID="5493d60f1a263a3df606451f6cf888d0" ns1:_="" ns2:_="" ns3:_="" ns4:_="">
    <xsd:import namespace="http://schemas.microsoft.com/sharepoint/v3"/>
    <xsd:import namespace="7e2a76ea-b7b2-4a98-b2fc-20473eb9d6f5"/>
    <xsd:import namespace="484fda99-12da-471b-a3fc-df060c94a2f7"/>
    <xsd:import namespace="02d12187-754c-41a9-9e93-c3e1cfacc1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Time" minOccurs="0"/>
                <xsd:element ref="ns1:_ip_UnifiedCompliancePolicyProperties" minOccurs="0"/>
                <xsd:element ref="ns1:_ip_UnifiedCompliancePolicyUIAction" minOccurs="0"/>
                <xsd:element ref="ns2:Owne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2a76ea-b7b2-4a98-b2fc-20473eb9d6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6a257fb-28f5-49c4-92c3-d49665e8e1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Owner" ma:index="29" nillable="true" ma:displayName="Owner" ma:format="Dropdown" ma:list="UserInfo" ma:SharePointGroup="0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fda99-12da-471b-a3fc-df060c94a2f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d12187-754c-41a9-9e93-c3e1cfacc155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69940d4-ac4e-492f-8718-de0686343826}" ma:internalName="TaxCatchAll" ma:showField="CatchAllData" ma:web="484fda99-12da-471b-a3fc-df060c94a2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0076C3-6A05-447B-9BFB-747D17A7B9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C799F6-D1EF-4ACD-AA15-21F6E4F5C3C5}">
  <ds:schemaRefs>
    <ds:schemaRef ds:uri="02d12187-754c-41a9-9e93-c3e1cfacc155"/>
    <ds:schemaRef ds:uri="484fda99-12da-471b-a3fc-df060c94a2f7"/>
    <ds:schemaRef ds:uri="7e2a76ea-b7b2-4a98-b2fc-20473eb9d6f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18D758F-4968-418A-8CB3-F908E32AE8A0}">
  <ds:schemaRefs>
    <ds:schemaRef ds:uri="02d12187-754c-41a9-9e93-c3e1cfacc155"/>
    <ds:schemaRef ds:uri="484fda99-12da-471b-a3fc-df060c94a2f7"/>
    <ds:schemaRef ds:uri="7e2a76ea-b7b2-4a98-b2fc-20473eb9d6f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1_Mercedes Benz</vt:lpstr>
      <vt:lpstr>Mercedes‑Benz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Ertilav, ERTILAM (000-BBDO)</dc:creator>
  <cp:revision>1</cp:revision>
  <cp:lastPrinted>2025-07-21T17:14:08Z</cp:lastPrinted>
  <dcterms:created xsi:type="dcterms:W3CDTF">2026-09-17T12:18:43Z</dcterms:created>
  <dcterms:modified xsi:type="dcterms:W3CDTF">2026-10-07T08:18:52Z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2025-07-21T19:56:24Z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00b9b597-c41b-45b5-83df-9b7073dd7937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50, 3, 0, 1</vt:lpwstr>
  </property>
  <property fmtid="{D5CDD505-2E9C-101B-9397-08002B2CF9AE}" pid="10" name="ClassificationContentMarkingFooterLocations">
    <vt:lpwstr>Mercedes Benz:8</vt:lpwstr>
  </property>
  <property fmtid="{D5CDD505-2E9C-101B-9397-08002B2CF9AE}" pid="11" name="ClassificationContentMarkingFooterText">
    <vt:lpwstr>Confidential - Not for Public Consumption or Distribution</vt:lpwstr>
  </property>
  <property fmtid="{D5CDD505-2E9C-101B-9397-08002B2CF9AE}" pid="12" name="MSIP_Label_924dbb1d-991d-4bbd-aad5-33bac1d8ffaf_Enabled">
    <vt:lpwstr>true</vt:lpwstr>
  </property>
  <property fmtid="{D5CDD505-2E9C-101B-9397-08002B2CF9AE}" pid="13" name="MSIP_Label_924dbb1d-991d-4bbd-aad5-33bac1d8ffaf_SetDate">
    <vt:lpwstr>2025-09-02T09:09:34Z</vt:lpwstr>
  </property>
  <property fmtid="{D5CDD505-2E9C-101B-9397-08002B2CF9AE}" pid="14" name="MSIP_Label_924dbb1d-991d-4bbd-aad5-33bac1d8ffaf_Method">
    <vt:lpwstr>Standard</vt:lpwstr>
  </property>
  <property fmtid="{D5CDD505-2E9C-101B-9397-08002B2CF9AE}" pid="15" name="MSIP_Label_924dbb1d-991d-4bbd-aad5-33bac1d8ffaf_Name">
    <vt:lpwstr>924dbb1d-991d-4bbd-aad5-33bac1d8ffaf</vt:lpwstr>
  </property>
  <property fmtid="{D5CDD505-2E9C-101B-9397-08002B2CF9AE}" pid="16" name="MSIP_Label_924dbb1d-991d-4bbd-aad5-33bac1d8ffaf_SiteId">
    <vt:lpwstr>9652d7c2-1ccf-4940-8151-4a92bd474ed0</vt:lpwstr>
  </property>
  <property fmtid="{D5CDD505-2E9C-101B-9397-08002B2CF9AE}" pid="17" name="MSIP_Label_924dbb1d-991d-4bbd-aad5-33bac1d8ffaf_ActionId">
    <vt:lpwstr>1aca53bc-252c-4a07-ba74-1a74cf4ec855</vt:lpwstr>
  </property>
  <property fmtid="{D5CDD505-2E9C-101B-9397-08002B2CF9AE}" pid="18" name="MSIP_Label_924dbb1d-991d-4bbd-aad5-33bac1d8ffaf_ContentBits">
    <vt:lpwstr>0</vt:lpwstr>
  </property>
  <property fmtid="{D5CDD505-2E9C-101B-9397-08002B2CF9AE}" pid="19" name="MSIP_Label_924dbb1d-991d-4bbd-aad5-33bac1d8ffaf_Tag">
    <vt:lpwstr>10, 3, 0, 1</vt:lpwstr>
  </property>
  <property fmtid="{D5CDD505-2E9C-101B-9397-08002B2CF9AE}" pid="20" name="ContentTypeId">
    <vt:lpwstr>0x0101004ACF8B8BD6F0B445B00E2FFAACB3C926</vt:lpwstr>
  </property>
  <property fmtid="{D5CDD505-2E9C-101B-9397-08002B2CF9AE}" pid="21" name="MediaServiceImageTags">
    <vt:lpwstr/>
  </property>
</Properties>
</file>